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6858000" cx="9144000"/>
  <p:notesSz cx="6858000" cy="9144000"/>
  <p:embeddedFontLst>
    <p:embeddedFont>
      <p:font typeface="Garamond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http://customooxmlschemas.google.com/">
      <go:slidesCustomData xmlns:go="http://customooxmlschemas.google.com/" r:id="rId20" roundtripDataSignature="AMtx7mgXjRCNC4xt6MPgsk9RAq5R+BGtO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customschemas.google.com/relationships/presentationmetadata" Target="meta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Garamond-bold.fntdata"/><Relationship Id="rId16" Type="http://schemas.openxmlformats.org/officeDocument/2006/relationships/font" Target="fonts/Garamond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Garamond-boldItalic.fntdata"/><Relationship Id="rId6" Type="http://schemas.openxmlformats.org/officeDocument/2006/relationships/slide" Target="slides/slide1.xml"/><Relationship Id="rId18" Type="http://schemas.openxmlformats.org/officeDocument/2006/relationships/font" Target="fonts/Garamond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oogle Shape;17;p12"/>
          <p:cNvGrpSpPr/>
          <p:nvPr/>
        </p:nvGrpSpPr>
        <p:grpSpPr>
          <a:xfrm>
            <a:off x="-12700" y="0"/>
            <a:ext cx="9173370" cy="6856214"/>
            <a:chOff x="-16934" y="0"/>
            <a:chExt cx="12231160" cy="6856214"/>
          </a:xfrm>
        </p:grpSpPr>
        <p:pic>
          <p:nvPicPr>
            <p:cNvPr descr="HD-PanelTitleR1.png" id="18" name="Google Shape;18;p12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0" y="0"/>
              <a:ext cx="12188825" cy="685621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" name="Google Shape;19;p12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cap="flat" cmpd="sng" w="1587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HDRibbonTitle-UniformTrim.png" id="20" name="Google Shape;20;p1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HDRibbonTitle-UniformTrim.png" id="21" name="Google Shape;21;p1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2" name="Google Shape;22;p12"/>
          <p:cNvSpPr txBox="1"/>
          <p:nvPr>
            <p:ph type="ctrTitle"/>
          </p:nvPr>
        </p:nvSpPr>
        <p:spPr>
          <a:xfrm>
            <a:off x="2019299" y="1871132"/>
            <a:ext cx="5111752" cy="151553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5400"/>
              <a:buFont typeface="Garamond"/>
              <a:buNone/>
              <a:defRPr sz="54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2"/>
          <p:cNvSpPr txBox="1"/>
          <p:nvPr>
            <p:ph idx="1" type="subTitle"/>
          </p:nvPr>
        </p:nvSpPr>
        <p:spPr>
          <a:xfrm>
            <a:off x="2019299" y="3657597"/>
            <a:ext cx="5111752" cy="13208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420"/>
              </a:spcBef>
              <a:spcAft>
                <a:spcPts val="0"/>
              </a:spcAft>
              <a:buSzPts val="2415"/>
              <a:buNone/>
              <a:defRPr sz="2100">
                <a:solidFill>
                  <a:schemeClr val="dk1"/>
                </a:solidFill>
              </a:defRPr>
            </a:lvl1pPr>
            <a:lvl2pPr lvl="1" algn="ctr">
              <a:spcBef>
                <a:spcPts val="600"/>
              </a:spcBef>
              <a:spcAft>
                <a:spcPts val="0"/>
              </a:spcAft>
              <a:buSzPts val="23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600"/>
              </a:spcBef>
              <a:spcAft>
                <a:spcPts val="0"/>
              </a:spcAft>
              <a:buSzPts val="207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600"/>
              </a:spcBef>
              <a:spcAft>
                <a:spcPts val="0"/>
              </a:spcAft>
              <a:buSzPts val="184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600"/>
              </a:spcBef>
              <a:spcAft>
                <a:spcPts val="0"/>
              </a:spcAft>
              <a:buSzPts val="161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600"/>
              </a:spcBef>
              <a:spcAft>
                <a:spcPts val="0"/>
              </a:spcAft>
              <a:buSzPts val="161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600"/>
              </a:spcBef>
              <a:spcAft>
                <a:spcPts val="0"/>
              </a:spcAft>
              <a:buSzPts val="161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600"/>
              </a:spcBef>
              <a:spcAft>
                <a:spcPts val="0"/>
              </a:spcAft>
              <a:buSzPts val="161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600"/>
              </a:spcBef>
              <a:spcAft>
                <a:spcPts val="600"/>
              </a:spcAft>
              <a:buSzPts val="161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4" name="Google Shape;24;p12"/>
          <p:cNvSpPr txBox="1"/>
          <p:nvPr>
            <p:ph idx="10" type="dt"/>
          </p:nvPr>
        </p:nvSpPr>
        <p:spPr>
          <a:xfrm>
            <a:off x="5987425" y="5037663"/>
            <a:ext cx="6731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2"/>
          <p:cNvSpPr txBox="1"/>
          <p:nvPr>
            <p:ph idx="11" type="ftr"/>
          </p:nvPr>
        </p:nvSpPr>
        <p:spPr>
          <a:xfrm>
            <a:off x="2019298" y="5037663"/>
            <a:ext cx="3910976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2"/>
          <p:cNvSpPr txBox="1"/>
          <p:nvPr>
            <p:ph idx="12" type="sldNum"/>
          </p:nvPr>
        </p:nvSpPr>
        <p:spPr>
          <a:xfrm>
            <a:off x="6717676" y="5037663"/>
            <a:ext cx="413375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  <p:cxnSp>
        <p:nvCxnSpPr>
          <p:cNvPr id="27" name="Google Shape;27;p12"/>
          <p:cNvCxnSpPr/>
          <p:nvPr/>
        </p:nvCxnSpPr>
        <p:spPr>
          <a:xfrm>
            <a:off x="2019299" y="3522131"/>
            <a:ext cx="5111751" cy="0"/>
          </a:xfrm>
          <a:prstGeom prst="straightConnector1">
            <a:avLst/>
          </a:prstGeom>
          <a:noFill/>
          <a:ln cap="flat" cmpd="sng" w="158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" name="Google Shape;29;p13"/>
          <p:cNvCxnSpPr/>
          <p:nvPr/>
        </p:nvCxnSpPr>
        <p:spPr>
          <a:xfrm>
            <a:off x="1047127" y="2421466"/>
            <a:ext cx="7055474" cy="0"/>
          </a:xfrm>
          <a:prstGeom prst="straightConnector1">
            <a:avLst/>
          </a:prstGeom>
          <a:noFill/>
          <a:ln cap="flat" cmpd="sng" w="158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" name="Google Shape;30;p13"/>
          <p:cNvSpPr txBox="1"/>
          <p:nvPr>
            <p:ph type="title"/>
          </p:nvPr>
        </p:nvSpPr>
        <p:spPr>
          <a:xfrm>
            <a:off x="971552" y="982133"/>
            <a:ext cx="7200897" cy="13038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3"/>
          <p:cNvSpPr txBox="1"/>
          <p:nvPr>
            <p:ph idx="1" type="body"/>
          </p:nvPr>
        </p:nvSpPr>
        <p:spPr>
          <a:xfrm>
            <a:off x="971551" y="2556932"/>
            <a:ext cx="7200897" cy="33189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0045" lvl="0" marL="457200" algn="l">
              <a:spcBef>
                <a:spcPts val="360"/>
              </a:spcBef>
              <a:spcAft>
                <a:spcPts val="0"/>
              </a:spcAft>
              <a:buSzPts val="2070"/>
              <a:buChar char="•"/>
              <a:defRPr/>
            </a:lvl1pPr>
            <a:lvl2pPr indent="-360044" lvl="1" marL="9144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2pPr>
            <a:lvl3pPr indent="-360044" lvl="2" marL="13716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3pPr>
            <a:lvl4pPr indent="-360044" lvl="3" marL="18288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4pPr>
            <a:lvl5pPr indent="-360045" lvl="4" marL="22860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5pPr>
            <a:lvl6pPr indent="-360045" lvl="5" marL="27432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6pPr>
            <a:lvl7pPr indent="-360045" lvl="6" marL="32004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7pPr>
            <a:lvl8pPr indent="-360045" lvl="7" marL="36576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8pPr>
            <a:lvl9pPr indent="-360045" lvl="8" marL="4114800" algn="l">
              <a:spcBef>
                <a:spcPts val="600"/>
              </a:spcBef>
              <a:spcAft>
                <a:spcPts val="600"/>
              </a:spcAft>
              <a:buSzPts val="2070"/>
              <a:buChar char="•"/>
              <a:defRPr/>
            </a:lvl9pPr>
          </a:lstStyle>
          <a:p/>
        </p:txBody>
      </p:sp>
      <p:sp>
        <p:nvSpPr>
          <p:cNvPr id="32" name="Google Shape;32;p13"/>
          <p:cNvSpPr txBox="1"/>
          <p:nvPr>
            <p:ph idx="10" type="dt"/>
          </p:nvPr>
        </p:nvSpPr>
        <p:spPr>
          <a:xfrm>
            <a:off x="6508126" y="5969000"/>
            <a:ext cx="1200150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3"/>
          <p:cNvSpPr txBox="1"/>
          <p:nvPr>
            <p:ph idx="11" type="ftr"/>
          </p:nvPr>
        </p:nvSpPr>
        <p:spPr>
          <a:xfrm>
            <a:off x="971551" y="5969000"/>
            <a:ext cx="5479425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3"/>
          <p:cNvSpPr txBox="1"/>
          <p:nvPr>
            <p:ph idx="12" type="sldNum"/>
          </p:nvPr>
        </p:nvSpPr>
        <p:spPr>
          <a:xfrm>
            <a:off x="7765426" y="5969000"/>
            <a:ext cx="407023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4"/>
          <p:cNvSpPr txBox="1"/>
          <p:nvPr>
            <p:ph type="title"/>
          </p:nvPr>
        </p:nvSpPr>
        <p:spPr>
          <a:xfrm>
            <a:off x="1511302" y="1752606"/>
            <a:ext cx="6119016" cy="182251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400"/>
              <a:buFont typeface="Garamond"/>
              <a:buNone/>
              <a:defRPr b="0" sz="44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14"/>
          <p:cNvSpPr txBox="1"/>
          <p:nvPr>
            <p:ph idx="1" type="body"/>
          </p:nvPr>
        </p:nvSpPr>
        <p:spPr>
          <a:xfrm>
            <a:off x="1511300" y="3846052"/>
            <a:ext cx="6119018" cy="9545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spcBef>
                <a:spcPts val="480"/>
              </a:spcBef>
              <a:spcAft>
                <a:spcPts val="0"/>
              </a:spcAft>
              <a:buSzPts val="2760"/>
              <a:buNone/>
              <a:defRPr sz="2400">
                <a:solidFill>
                  <a:schemeClr val="dk1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207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184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8" name="Google Shape;38;p14"/>
          <p:cNvSpPr txBox="1"/>
          <p:nvPr>
            <p:ph idx="10" type="dt"/>
          </p:nvPr>
        </p:nvSpPr>
        <p:spPr>
          <a:xfrm>
            <a:off x="6508126" y="5969000"/>
            <a:ext cx="1200150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4"/>
          <p:cNvSpPr txBox="1"/>
          <p:nvPr>
            <p:ph idx="11" type="ftr"/>
          </p:nvPr>
        </p:nvSpPr>
        <p:spPr>
          <a:xfrm>
            <a:off x="971551" y="5969000"/>
            <a:ext cx="5479425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4"/>
          <p:cNvSpPr txBox="1"/>
          <p:nvPr>
            <p:ph idx="12" type="sldNum"/>
          </p:nvPr>
        </p:nvSpPr>
        <p:spPr>
          <a:xfrm>
            <a:off x="7765426" y="5969000"/>
            <a:ext cx="407023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  <p:cxnSp>
        <p:nvCxnSpPr>
          <p:cNvPr id="41" name="Google Shape;41;p14"/>
          <p:cNvCxnSpPr/>
          <p:nvPr/>
        </p:nvCxnSpPr>
        <p:spPr>
          <a:xfrm>
            <a:off x="1509542" y="3710585"/>
            <a:ext cx="6122535" cy="0"/>
          </a:xfrm>
          <a:prstGeom prst="straightConnector1">
            <a:avLst/>
          </a:prstGeom>
          <a:noFill/>
          <a:ln cap="flat" cmpd="sng" w="158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3" name="Google Shape;43;p15"/>
          <p:cNvCxnSpPr/>
          <p:nvPr/>
        </p:nvCxnSpPr>
        <p:spPr>
          <a:xfrm>
            <a:off x="1047127" y="2421466"/>
            <a:ext cx="7055474" cy="0"/>
          </a:xfrm>
          <a:prstGeom prst="straightConnector1">
            <a:avLst/>
          </a:prstGeom>
          <a:noFill/>
          <a:ln cap="flat" cmpd="sng" w="158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" name="Google Shape;44;p15"/>
          <p:cNvSpPr txBox="1"/>
          <p:nvPr>
            <p:ph type="title"/>
          </p:nvPr>
        </p:nvSpPr>
        <p:spPr>
          <a:xfrm>
            <a:off x="971552" y="982133"/>
            <a:ext cx="7200897" cy="13038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15"/>
          <p:cNvSpPr txBox="1"/>
          <p:nvPr>
            <p:ph idx="1" type="body"/>
          </p:nvPr>
        </p:nvSpPr>
        <p:spPr>
          <a:xfrm>
            <a:off x="973836" y="2560320"/>
            <a:ext cx="3538728" cy="33101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0045" lvl="0" marL="457200" algn="l">
              <a:spcBef>
                <a:spcPts val="360"/>
              </a:spcBef>
              <a:spcAft>
                <a:spcPts val="0"/>
              </a:spcAft>
              <a:buSzPts val="2070"/>
              <a:buChar char="•"/>
              <a:defRPr/>
            </a:lvl1pPr>
            <a:lvl2pPr indent="-360044" lvl="1" marL="9144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2pPr>
            <a:lvl3pPr indent="-360044" lvl="2" marL="13716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3pPr>
            <a:lvl4pPr indent="-360044" lvl="3" marL="18288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4pPr>
            <a:lvl5pPr indent="-360045" lvl="4" marL="22860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5pPr>
            <a:lvl6pPr indent="-360045" lvl="5" marL="27432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6pPr>
            <a:lvl7pPr indent="-360045" lvl="6" marL="32004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7pPr>
            <a:lvl8pPr indent="-360045" lvl="7" marL="36576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8pPr>
            <a:lvl9pPr indent="-360045" lvl="8" marL="4114800" algn="l">
              <a:spcBef>
                <a:spcPts val="600"/>
              </a:spcBef>
              <a:spcAft>
                <a:spcPts val="600"/>
              </a:spcAft>
              <a:buSzPts val="2070"/>
              <a:buChar char="•"/>
              <a:defRPr/>
            </a:lvl9pPr>
          </a:lstStyle>
          <a:p/>
        </p:txBody>
      </p:sp>
      <p:sp>
        <p:nvSpPr>
          <p:cNvPr id="46" name="Google Shape;46;p15"/>
          <p:cNvSpPr txBox="1"/>
          <p:nvPr>
            <p:ph idx="2" type="body"/>
          </p:nvPr>
        </p:nvSpPr>
        <p:spPr>
          <a:xfrm>
            <a:off x="4636008" y="2560320"/>
            <a:ext cx="3538728" cy="33101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0045" lvl="0" marL="457200" algn="l">
              <a:spcBef>
                <a:spcPts val="360"/>
              </a:spcBef>
              <a:spcAft>
                <a:spcPts val="0"/>
              </a:spcAft>
              <a:buSzPts val="2070"/>
              <a:buChar char="•"/>
              <a:defRPr/>
            </a:lvl1pPr>
            <a:lvl2pPr indent="-360044" lvl="1" marL="9144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2pPr>
            <a:lvl3pPr indent="-360044" lvl="2" marL="13716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3pPr>
            <a:lvl4pPr indent="-360044" lvl="3" marL="18288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4pPr>
            <a:lvl5pPr indent="-360045" lvl="4" marL="22860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5pPr>
            <a:lvl6pPr indent="-360045" lvl="5" marL="27432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6pPr>
            <a:lvl7pPr indent="-360045" lvl="6" marL="32004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7pPr>
            <a:lvl8pPr indent="-360045" lvl="7" marL="36576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8pPr>
            <a:lvl9pPr indent="-360045" lvl="8" marL="4114800" algn="l">
              <a:spcBef>
                <a:spcPts val="600"/>
              </a:spcBef>
              <a:spcAft>
                <a:spcPts val="600"/>
              </a:spcAft>
              <a:buSzPts val="2070"/>
              <a:buChar char="•"/>
              <a:defRPr/>
            </a:lvl9pPr>
          </a:lstStyle>
          <a:p/>
        </p:txBody>
      </p:sp>
      <p:sp>
        <p:nvSpPr>
          <p:cNvPr id="47" name="Google Shape;47;p15"/>
          <p:cNvSpPr txBox="1"/>
          <p:nvPr>
            <p:ph idx="10" type="dt"/>
          </p:nvPr>
        </p:nvSpPr>
        <p:spPr>
          <a:xfrm>
            <a:off x="6508126" y="5969000"/>
            <a:ext cx="1200150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5"/>
          <p:cNvSpPr txBox="1"/>
          <p:nvPr>
            <p:ph idx="11" type="ftr"/>
          </p:nvPr>
        </p:nvSpPr>
        <p:spPr>
          <a:xfrm>
            <a:off x="971551" y="5969000"/>
            <a:ext cx="5479425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5"/>
          <p:cNvSpPr txBox="1"/>
          <p:nvPr>
            <p:ph idx="12" type="sldNum"/>
          </p:nvPr>
        </p:nvSpPr>
        <p:spPr>
          <a:xfrm>
            <a:off x="7765426" y="5969000"/>
            <a:ext cx="407023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6"/>
          <p:cNvSpPr txBox="1"/>
          <p:nvPr>
            <p:ph type="title"/>
          </p:nvPr>
        </p:nvSpPr>
        <p:spPr>
          <a:xfrm>
            <a:off x="971552" y="982133"/>
            <a:ext cx="7200897" cy="13038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400"/>
              <a:buFont typeface="Garamond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6"/>
          <p:cNvSpPr txBox="1"/>
          <p:nvPr>
            <p:ph idx="1" type="body"/>
          </p:nvPr>
        </p:nvSpPr>
        <p:spPr>
          <a:xfrm>
            <a:off x="971550" y="2658533"/>
            <a:ext cx="3538728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672"/>
              </a:spcBef>
              <a:spcAft>
                <a:spcPts val="0"/>
              </a:spcAft>
              <a:buSzPts val="3220"/>
              <a:buNone/>
              <a:defRPr b="0" sz="2800">
                <a:solidFill>
                  <a:schemeClr val="accent1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2300"/>
              <a:buNone/>
              <a:defRPr b="1" sz="20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2070"/>
              <a:buNone/>
              <a:defRPr b="1" sz="18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1840"/>
              <a:buNone/>
              <a:defRPr b="1" sz="16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1840"/>
              <a:buNone/>
              <a:defRPr b="1" sz="1600"/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1840"/>
              <a:buNone/>
              <a:defRPr b="1" sz="1600"/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1840"/>
              <a:buNone/>
              <a:defRPr b="1" sz="1600"/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1840"/>
              <a:buNone/>
              <a:defRPr b="1" sz="1600"/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1840"/>
              <a:buNone/>
              <a:defRPr b="1" sz="1600"/>
            </a:lvl9pPr>
          </a:lstStyle>
          <a:p/>
        </p:txBody>
      </p:sp>
      <p:sp>
        <p:nvSpPr>
          <p:cNvPr id="53" name="Google Shape;53;p16"/>
          <p:cNvSpPr txBox="1"/>
          <p:nvPr>
            <p:ph idx="2" type="body"/>
          </p:nvPr>
        </p:nvSpPr>
        <p:spPr>
          <a:xfrm>
            <a:off x="971550" y="3243263"/>
            <a:ext cx="3538728" cy="26326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0045" lvl="0" marL="457200" algn="l">
              <a:spcBef>
                <a:spcPts val="360"/>
              </a:spcBef>
              <a:spcAft>
                <a:spcPts val="0"/>
              </a:spcAft>
              <a:buSzPts val="2070"/>
              <a:buChar char="•"/>
              <a:defRPr/>
            </a:lvl1pPr>
            <a:lvl2pPr indent="-360044" lvl="1" marL="9144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2pPr>
            <a:lvl3pPr indent="-360044" lvl="2" marL="13716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3pPr>
            <a:lvl4pPr indent="-360044" lvl="3" marL="18288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4pPr>
            <a:lvl5pPr indent="-360045" lvl="4" marL="22860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5pPr>
            <a:lvl6pPr indent="-360045" lvl="5" marL="27432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6pPr>
            <a:lvl7pPr indent="-360045" lvl="6" marL="32004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7pPr>
            <a:lvl8pPr indent="-360045" lvl="7" marL="36576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8pPr>
            <a:lvl9pPr indent="-360045" lvl="8" marL="4114800" algn="l">
              <a:spcBef>
                <a:spcPts val="600"/>
              </a:spcBef>
              <a:spcAft>
                <a:spcPts val="600"/>
              </a:spcAft>
              <a:buSzPts val="2070"/>
              <a:buChar char="•"/>
              <a:defRPr/>
            </a:lvl9pPr>
          </a:lstStyle>
          <a:p/>
        </p:txBody>
      </p:sp>
      <p:sp>
        <p:nvSpPr>
          <p:cNvPr id="54" name="Google Shape;54;p16"/>
          <p:cNvSpPr txBox="1"/>
          <p:nvPr>
            <p:ph idx="3" type="body"/>
          </p:nvPr>
        </p:nvSpPr>
        <p:spPr>
          <a:xfrm>
            <a:off x="4635503" y="2658533"/>
            <a:ext cx="3538728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672"/>
              </a:spcBef>
              <a:spcAft>
                <a:spcPts val="0"/>
              </a:spcAft>
              <a:buSzPts val="3220"/>
              <a:buNone/>
              <a:defRPr b="0" sz="2800">
                <a:solidFill>
                  <a:schemeClr val="accent1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2300"/>
              <a:buNone/>
              <a:defRPr b="1" sz="20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2070"/>
              <a:buNone/>
              <a:defRPr b="1" sz="18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1840"/>
              <a:buNone/>
              <a:defRPr b="1" sz="16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1840"/>
              <a:buNone/>
              <a:defRPr b="1" sz="1600"/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1840"/>
              <a:buNone/>
              <a:defRPr b="1" sz="1600"/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1840"/>
              <a:buNone/>
              <a:defRPr b="1" sz="1600"/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1840"/>
              <a:buNone/>
              <a:defRPr b="1" sz="1600"/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1840"/>
              <a:buNone/>
              <a:defRPr b="1" sz="1600"/>
            </a:lvl9pPr>
          </a:lstStyle>
          <a:p/>
        </p:txBody>
      </p:sp>
      <p:sp>
        <p:nvSpPr>
          <p:cNvPr id="55" name="Google Shape;55;p16"/>
          <p:cNvSpPr txBox="1"/>
          <p:nvPr>
            <p:ph idx="4" type="body"/>
          </p:nvPr>
        </p:nvSpPr>
        <p:spPr>
          <a:xfrm>
            <a:off x="4635503" y="3243263"/>
            <a:ext cx="3538728" cy="26326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0045" lvl="0" marL="457200" algn="l">
              <a:spcBef>
                <a:spcPts val="360"/>
              </a:spcBef>
              <a:spcAft>
                <a:spcPts val="0"/>
              </a:spcAft>
              <a:buSzPts val="2070"/>
              <a:buChar char="•"/>
              <a:defRPr/>
            </a:lvl1pPr>
            <a:lvl2pPr indent="-360044" lvl="1" marL="9144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2pPr>
            <a:lvl3pPr indent="-360044" lvl="2" marL="13716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3pPr>
            <a:lvl4pPr indent="-360044" lvl="3" marL="18288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4pPr>
            <a:lvl5pPr indent="-360045" lvl="4" marL="22860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5pPr>
            <a:lvl6pPr indent="-360045" lvl="5" marL="27432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6pPr>
            <a:lvl7pPr indent="-360045" lvl="6" marL="32004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7pPr>
            <a:lvl8pPr indent="-360045" lvl="7" marL="36576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8pPr>
            <a:lvl9pPr indent="-360045" lvl="8" marL="4114800" algn="l">
              <a:spcBef>
                <a:spcPts val="600"/>
              </a:spcBef>
              <a:spcAft>
                <a:spcPts val="600"/>
              </a:spcAft>
              <a:buSzPts val="2070"/>
              <a:buChar char="•"/>
              <a:defRPr/>
            </a:lvl9pPr>
          </a:lstStyle>
          <a:p/>
        </p:txBody>
      </p:sp>
      <p:sp>
        <p:nvSpPr>
          <p:cNvPr id="56" name="Google Shape;56;p16"/>
          <p:cNvSpPr txBox="1"/>
          <p:nvPr>
            <p:ph idx="10" type="dt"/>
          </p:nvPr>
        </p:nvSpPr>
        <p:spPr>
          <a:xfrm>
            <a:off x="6508126" y="5969000"/>
            <a:ext cx="1200150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6"/>
          <p:cNvSpPr txBox="1"/>
          <p:nvPr>
            <p:ph idx="11" type="ftr"/>
          </p:nvPr>
        </p:nvSpPr>
        <p:spPr>
          <a:xfrm>
            <a:off x="971551" y="5969000"/>
            <a:ext cx="5479425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6"/>
          <p:cNvSpPr txBox="1"/>
          <p:nvPr>
            <p:ph idx="12" type="sldNum"/>
          </p:nvPr>
        </p:nvSpPr>
        <p:spPr>
          <a:xfrm>
            <a:off x="7765426" y="5969000"/>
            <a:ext cx="407023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  <p:cxnSp>
        <p:nvCxnSpPr>
          <p:cNvPr id="59" name="Google Shape;59;p16"/>
          <p:cNvCxnSpPr/>
          <p:nvPr/>
        </p:nvCxnSpPr>
        <p:spPr>
          <a:xfrm>
            <a:off x="1047127" y="2421466"/>
            <a:ext cx="7055474" cy="0"/>
          </a:xfrm>
          <a:prstGeom prst="straightConnector1">
            <a:avLst/>
          </a:prstGeom>
          <a:noFill/>
          <a:ln cap="flat" cmpd="sng" w="158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7"/>
          <p:cNvSpPr txBox="1"/>
          <p:nvPr>
            <p:ph type="title"/>
          </p:nvPr>
        </p:nvSpPr>
        <p:spPr>
          <a:xfrm>
            <a:off x="971552" y="982133"/>
            <a:ext cx="7200897" cy="13038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17"/>
          <p:cNvSpPr txBox="1"/>
          <p:nvPr>
            <p:ph idx="10" type="dt"/>
          </p:nvPr>
        </p:nvSpPr>
        <p:spPr>
          <a:xfrm>
            <a:off x="6508126" y="5969000"/>
            <a:ext cx="1200150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7"/>
          <p:cNvSpPr txBox="1"/>
          <p:nvPr>
            <p:ph idx="11" type="ftr"/>
          </p:nvPr>
        </p:nvSpPr>
        <p:spPr>
          <a:xfrm>
            <a:off x="971551" y="5969000"/>
            <a:ext cx="5479425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7"/>
          <p:cNvSpPr txBox="1"/>
          <p:nvPr>
            <p:ph idx="12" type="sldNum"/>
          </p:nvPr>
        </p:nvSpPr>
        <p:spPr>
          <a:xfrm>
            <a:off x="7765426" y="5969000"/>
            <a:ext cx="407023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  <p:cxnSp>
        <p:nvCxnSpPr>
          <p:cNvPr id="65" name="Google Shape;65;p17"/>
          <p:cNvCxnSpPr/>
          <p:nvPr/>
        </p:nvCxnSpPr>
        <p:spPr>
          <a:xfrm>
            <a:off x="1047127" y="2421466"/>
            <a:ext cx="7055474" cy="0"/>
          </a:xfrm>
          <a:prstGeom prst="straightConnector1">
            <a:avLst/>
          </a:prstGeom>
          <a:noFill/>
          <a:ln cap="flat" cmpd="sng" w="158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8"/>
          <p:cNvSpPr txBox="1"/>
          <p:nvPr>
            <p:ph idx="10" type="dt"/>
          </p:nvPr>
        </p:nvSpPr>
        <p:spPr>
          <a:xfrm>
            <a:off x="6508126" y="5969000"/>
            <a:ext cx="1200150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8"/>
          <p:cNvSpPr txBox="1"/>
          <p:nvPr>
            <p:ph idx="11" type="ftr"/>
          </p:nvPr>
        </p:nvSpPr>
        <p:spPr>
          <a:xfrm>
            <a:off x="971551" y="5969000"/>
            <a:ext cx="5479425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18"/>
          <p:cNvSpPr txBox="1"/>
          <p:nvPr>
            <p:ph idx="12" type="sldNum"/>
          </p:nvPr>
        </p:nvSpPr>
        <p:spPr>
          <a:xfrm>
            <a:off x="7765426" y="5969000"/>
            <a:ext cx="407023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9"/>
          <p:cNvSpPr txBox="1"/>
          <p:nvPr>
            <p:ph type="title"/>
          </p:nvPr>
        </p:nvSpPr>
        <p:spPr>
          <a:xfrm>
            <a:off x="970359" y="1388534"/>
            <a:ext cx="2788841" cy="1371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400"/>
              <a:buFont typeface="Garamond"/>
              <a:buNone/>
              <a:defRPr b="0" sz="24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9"/>
          <p:cNvSpPr txBox="1"/>
          <p:nvPr>
            <p:ph idx="1" type="body"/>
          </p:nvPr>
        </p:nvSpPr>
        <p:spPr>
          <a:xfrm>
            <a:off x="4064001" y="982132"/>
            <a:ext cx="4102100" cy="489373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60045" lvl="0" marL="457200" algn="l">
              <a:spcBef>
                <a:spcPts val="360"/>
              </a:spcBef>
              <a:spcAft>
                <a:spcPts val="0"/>
              </a:spcAft>
              <a:buSzPts val="2070"/>
              <a:buChar char="•"/>
              <a:defRPr/>
            </a:lvl1pPr>
            <a:lvl2pPr indent="-360044" lvl="1" marL="9144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2pPr>
            <a:lvl3pPr indent="-360044" lvl="2" marL="13716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3pPr>
            <a:lvl4pPr indent="-360044" lvl="3" marL="18288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4pPr>
            <a:lvl5pPr indent="-360045" lvl="4" marL="22860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5pPr>
            <a:lvl6pPr indent="-360045" lvl="5" marL="27432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6pPr>
            <a:lvl7pPr indent="-360045" lvl="6" marL="32004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7pPr>
            <a:lvl8pPr indent="-360045" lvl="7" marL="36576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8pPr>
            <a:lvl9pPr indent="-360045" lvl="8" marL="4114800" algn="l">
              <a:spcBef>
                <a:spcPts val="600"/>
              </a:spcBef>
              <a:spcAft>
                <a:spcPts val="600"/>
              </a:spcAft>
              <a:buSzPts val="2070"/>
              <a:buChar char="•"/>
              <a:defRPr/>
            </a:lvl9pPr>
          </a:lstStyle>
          <a:p/>
        </p:txBody>
      </p:sp>
      <p:sp>
        <p:nvSpPr>
          <p:cNvPr id="73" name="Google Shape;73;p19"/>
          <p:cNvSpPr txBox="1"/>
          <p:nvPr>
            <p:ph idx="2" type="body"/>
          </p:nvPr>
        </p:nvSpPr>
        <p:spPr>
          <a:xfrm>
            <a:off x="970359" y="3031065"/>
            <a:ext cx="2788841" cy="24384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spcBef>
                <a:spcPts val="320"/>
              </a:spcBef>
              <a:spcAft>
                <a:spcPts val="0"/>
              </a:spcAft>
              <a:buSzPts val="1840"/>
              <a:buNone/>
              <a:defRPr sz="1600"/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1380"/>
              <a:buNone/>
              <a:defRPr sz="12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1150"/>
              <a:buNone/>
              <a:defRPr sz="10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1035"/>
              <a:buNone/>
              <a:defRPr sz="9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1035"/>
              <a:buNone/>
              <a:defRPr sz="900"/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1035"/>
              <a:buNone/>
              <a:defRPr sz="900"/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1035"/>
              <a:buNone/>
              <a:defRPr sz="900"/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1035"/>
              <a:buNone/>
              <a:defRPr sz="900"/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1035"/>
              <a:buNone/>
              <a:defRPr sz="900"/>
            </a:lvl9pPr>
          </a:lstStyle>
          <a:p/>
        </p:txBody>
      </p:sp>
      <p:sp>
        <p:nvSpPr>
          <p:cNvPr id="74" name="Google Shape;74;p19"/>
          <p:cNvSpPr txBox="1"/>
          <p:nvPr>
            <p:ph idx="10" type="dt"/>
          </p:nvPr>
        </p:nvSpPr>
        <p:spPr>
          <a:xfrm>
            <a:off x="6508126" y="5969000"/>
            <a:ext cx="1200150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9"/>
          <p:cNvSpPr txBox="1"/>
          <p:nvPr>
            <p:ph idx="11" type="ftr"/>
          </p:nvPr>
        </p:nvSpPr>
        <p:spPr>
          <a:xfrm>
            <a:off x="971551" y="5969000"/>
            <a:ext cx="5479425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9"/>
          <p:cNvSpPr txBox="1"/>
          <p:nvPr>
            <p:ph idx="12" type="sldNum"/>
          </p:nvPr>
        </p:nvSpPr>
        <p:spPr>
          <a:xfrm>
            <a:off x="7765426" y="5969000"/>
            <a:ext cx="407023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  <p:cxnSp>
        <p:nvCxnSpPr>
          <p:cNvPr id="77" name="Google Shape;77;p19"/>
          <p:cNvCxnSpPr/>
          <p:nvPr/>
        </p:nvCxnSpPr>
        <p:spPr>
          <a:xfrm>
            <a:off x="1047127" y="2912533"/>
            <a:ext cx="2635874" cy="0"/>
          </a:xfrm>
          <a:prstGeom prst="straightConnector1">
            <a:avLst/>
          </a:prstGeom>
          <a:noFill/>
          <a:ln cap="flat" cmpd="sng" w="158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0"/>
          <p:cNvSpPr txBox="1"/>
          <p:nvPr>
            <p:ph type="title"/>
          </p:nvPr>
        </p:nvSpPr>
        <p:spPr>
          <a:xfrm>
            <a:off x="971549" y="1883832"/>
            <a:ext cx="4681362" cy="1371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800"/>
              <a:buFont typeface="Garamond"/>
              <a:buNone/>
              <a:defRPr b="0" sz="2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0"/>
          <p:cNvSpPr/>
          <p:nvPr>
            <p:ph idx="2" type="pic"/>
          </p:nvPr>
        </p:nvSpPr>
        <p:spPr>
          <a:xfrm>
            <a:off x="6071124" y="1041400"/>
            <a:ext cx="2297510" cy="4775200"/>
          </a:xfrm>
          <a:prstGeom prst="roundRect">
            <a:avLst>
              <a:gd fmla="val 0" name="adj"/>
            </a:avLst>
          </a:prstGeom>
          <a:noFill/>
          <a:ln cap="flat" cmpd="thickThin" w="57150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1840"/>
              <a:buFont typeface="Arial"/>
              <a:buNone/>
              <a:defRPr b="0" i="0" sz="1600" u="none" cap="none" strike="noStrike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lvl="1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40"/>
              <a:buFont typeface="Arial"/>
              <a:buNone/>
              <a:defRPr b="0" i="0" sz="1600" u="none" cap="none" strike="noStrike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lvl="2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40"/>
              <a:buFont typeface="Arial"/>
              <a:buNone/>
              <a:defRPr b="0" i="0" sz="1600" u="none" cap="none" strike="noStrike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lvl="3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40"/>
              <a:buFont typeface="Arial"/>
              <a:buNone/>
              <a:defRPr b="0" i="0" sz="1600" u="none" cap="none" strike="noStrike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lvl="4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40"/>
              <a:buFont typeface="Arial"/>
              <a:buNone/>
              <a:defRPr b="0" i="0" sz="1600" u="none" cap="none" strike="noStrike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lvl="5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40"/>
              <a:buFont typeface="Arial"/>
              <a:buNone/>
              <a:defRPr b="0" i="0" sz="1600" u="none" cap="none" strike="noStrike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lvl="6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40"/>
              <a:buFont typeface="Arial"/>
              <a:buNone/>
              <a:defRPr b="0" i="0" sz="1600" u="none" cap="none" strike="noStrike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lvl="7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40"/>
              <a:buFont typeface="Arial"/>
              <a:buNone/>
              <a:defRPr b="0" i="0" sz="1600" u="none" cap="none" strike="noStrike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lvl="8" marR="0" rtl="0" algn="l"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ts val="1840"/>
              <a:buFont typeface="Arial"/>
              <a:buNone/>
              <a:defRPr b="0" i="0" sz="1600" u="none" cap="none" strike="noStrike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/>
        </p:txBody>
      </p:sp>
      <p:sp>
        <p:nvSpPr>
          <p:cNvPr id="81" name="Google Shape;81;p20"/>
          <p:cNvSpPr txBox="1"/>
          <p:nvPr>
            <p:ph idx="1" type="body"/>
          </p:nvPr>
        </p:nvSpPr>
        <p:spPr>
          <a:xfrm>
            <a:off x="971549" y="3255432"/>
            <a:ext cx="4681362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spcBef>
                <a:spcPts val="360"/>
              </a:spcBef>
              <a:spcAft>
                <a:spcPts val="0"/>
              </a:spcAft>
              <a:buSzPts val="2070"/>
              <a:buNone/>
              <a:defRPr sz="1800"/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1380"/>
              <a:buNone/>
              <a:defRPr sz="12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1150"/>
              <a:buNone/>
              <a:defRPr sz="10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1035"/>
              <a:buNone/>
              <a:defRPr sz="9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1035"/>
              <a:buNone/>
              <a:defRPr sz="900"/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1035"/>
              <a:buNone/>
              <a:defRPr sz="900"/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1035"/>
              <a:buNone/>
              <a:defRPr sz="900"/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1035"/>
              <a:buNone/>
              <a:defRPr sz="900"/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1035"/>
              <a:buNone/>
              <a:defRPr sz="900"/>
            </a:lvl9pPr>
          </a:lstStyle>
          <a:p/>
        </p:txBody>
      </p:sp>
      <p:sp>
        <p:nvSpPr>
          <p:cNvPr id="82" name="Google Shape;82;p20"/>
          <p:cNvSpPr txBox="1"/>
          <p:nvPr>
            <p:ph idx="10" type="dt"/>
          </p:nvPr>
        </p:nvSpPr>
        <p:spPr>
          <a:xfrm>
            <a:off x="6508126" y="5969000"/>
            <a:ext cx="1200150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0"/>
          <p:cNvSpPr txBox="1"/>
          <p:nvPr>
            <p:ph idx="11" type="ftr"/>
          </p:nvPr>
        </p:nvSpPr>
        <p:spPr>
          <a:xfrm>
            <a:off x="971551" y="5969000"/>
            <a:ext cx="5479425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20"/>
          <p:cNvSpPr txBox="1"/>
          <p:nvPr>
            <p:ph idx="12" type="sldNum"/>
          </p:nvPr>
        </p:nvSpPr>
        <p:spPr>
          <a:xfrm>
            <a:off x="7765426" y="5969000"/>
            <a:ext cx="407023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anoramic Picture with Caption">
  <p:cSld name="Panoramic Picture with Caption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1"/>
          <p:cNvSpPr txBox="1"/>
          <p:nvPr>
            <p:ph type="title"/>
          </p:nvPr>
        </p:nvSpPr>
        <p:spPr>
          <a:xfrm>
            <a:off x="971551" y="4815415"/>
            <a:ext cx="720725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400"/>
              <a:buFont typeface="Garamond"/>
              <a:buNone/>
              <a:defRPr b="0" sz="24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21"/>
          <p:cNvSpPr/>
          <p:nvPr>
            <p:ph idx="2" type="pic"/>
          </p:nvPr>
        </p:nvSpPr>
        <p:spPr>
          <a:xfrm>
            <a:off x="781070" y="1041400"/>
            <a:ext cx="7579479" cy="3335869"/>
          </a:xfrm>
          <a:prstGeom prst="roundRect">
            <a:avLst>
              <a:gd fmla="val 0" name="adj"/>
            </a:avLst>
          </a:prstGeom>
          <a:noFill/>
          <a:ln cap="flat" cmpd="thickThin" w="57150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1840"/>
              <a:buFont typeface="Arial"/>
              <a:buNone/>
              <a:defRPr b="0" i="0" sz="1600" u="none" cap="none" strike="noStrike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lvl="1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40"/>
              <a:buFont typeface="Arial"/>
              <a:buNone/>
              <a:defRPr b="0" i="0" sz="1600" u="none" cap="none" strike="noStrike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lvl="2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40"/>
              <a:buFont typeface="Arial"/>
              <a:buNone/>
              <a:defRPr b="0" i="0" sz="1600" u="none" cap="none" strike="noStrike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lvl="3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40"/>
              <a:buFont typeface="Arial"/>
              <a:buNone/>
              <a:defRPr b="0" i="0" sz="1600" u="none" cap="none" strike="noStrike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lvl="4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40"/>
              <a:buFont typeface="Arial"/>
              <a:buNone/>
              <a:defRPr b="0" i="0" sz="1600" u="none" cap="none" strike="noStrike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lvl="5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40"/>
              <a:buFont typeface="Arial"/>
              <a:buNone/>
              <a:defRPr b="0" i="0" sz="1600" u="none" cap="none" strike="noStrike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lvl="6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40"/>
              <a:buFont typeface="Arial"/>
              <a:buNone/>
              <a:defRPr b="0" i="0" sz="1600" u="none" cap="none" strike="noStrike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lvl="7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40"/>
              <a:buFont typeface="Arial"/>
              <a:buNone/>
              <a:defRPr b="0" i="0" sz="1600" u="none" cap="none" strike="noStrike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lvl="8" marR="0" rtl="0" algn="l"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ts val="1840"/>
              <a:buFont typeface="Arial"/>
              <a:buNone/>
              <a:defRPr b="0" i="0" sz="1600" u="none" cap="none" strike="noStrike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/>
        </p:txBody>
      </p:sp>
      <p:sp>
        <p:nvSpPr>
          <p:cNvPr id="88" name="Google Shape;88;p21"/>
          <p:cNvSpPr txBox="1"/>
          <p:nvPr>
            <p:ph idx="1" type="body"/>
          </p:nvPr>
        </p:nvSpPr>
        <p:spPr>
          <a:xfrm>
            <a:off x="971551" y="5382153"/>
            <a:ext cx="7207250" cy="493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spcBef>
                <a:spcPts val="280"/>
              </a:spcBef>
              <a:spcAft>
                <a:spcPts val="0"/>
              </a:spcAft>
              <a:buSzPts val="1610"/>
              <a:buNone/>
              <a:defRPr sz="1400"/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1380"/>
              <a:buNone/>
              <a:defRPr sz="12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1150"/>
              <a:buNone/>
              <a:defRPr sz="10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1035"/>
              <a:buNone/>
              <a:defRPr sz="9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1035"/>
              <a:buNone/>
              <a:defRPr sz="900"/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1035"/>
              <a:buNone/>
              <a:defRPr sz="900"/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1035"/>
              <a:buNone/>
              <a:defRPr sz="900"/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1035"/>
              <a:buNone/>
              <a:defRPr sz="900"/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1035"/>
              <a:buNone/>
              <a:defRPr sz="900"/>
            </a:lvl9pPr>
          </a:lstStyle>
          <a:p/>
        </p:txBody>
      </p:sp>
      <p:sp>
        <p:nvSpPr>
          <p:cNvPr id="89" name="Google Shape;89;p21"/>
          <p:cNvSpPr txBox="1"/>
          <p:nvPr>
            <p:ph idx="10" type="dt"/>
          </p:nvPr>
        </p:nvSpPr>
        <p:spPr>
          <a:xfrm>
            <a:off x="6508126" y="5969000"/>
            <a:ext cx="1200150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21"/>
          <p:cNvSpPr txBox="1"/>
          <p:nvPr>
            <p:ph idx="11" type="ftr"/>
          </p:nvPr>
        </p:nvSpPr>
        <p:spPr>
          <a:xfrm>
            <a:off x="971551" y="5969000"/>
            <a:ext cx="5479425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21"/>
          <p:cNvSpPr txBox="1"/>
          <p:nvPr>
            <p:ph idx="12" type="sldNum"/>
          </p:nvPr>
        </p:nvSpPr>
        <p:spPr>
          <a:xfrm>
            <a:off x="7765426" y="5969000"/>
            <a:ext cx="407023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aption">
  <p:cSld name="Title and Caption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2"/>
          <p:cNvSpPr txBox="1"/>
          <p:nvPr>
            <p:ph type="title"/>
          </p:nvPr>
        </p:nvSpPr>
        <p:spPr>
          <a:xfrm>
            <a:off x="977901" y="982132"/>
            <a:ext cx="7194549" cy="29548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200"/>
              <a:buFont typeface="Garamond"/>
              <a:buNone/>
              <a:defRPr b="0" sz="32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22"/>
          <p:cNvSpPr txBox="1"/>
          <p:nvPr>
            <p:ph idx="1" type="body"/>
          </p:nvPr>
        </p:nvSpPr>
        <p:spPr>
          <a:xfrm>
            <a:off x="977901" y="4343400"/>
            <a:ext cx="7194549" cy="15324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spcBef>
                <a:spcPts val="400"/>
              </a:spcBef>
              <a:spcAft>
                <a:spcPts val="0"/>
              </a:spcAft>
              <a:buSzPts val="2300"/>
              <a:buNone/>
              <a:defRPr sz="2000">
                <a:solidFill>
                  <a:schemeClr val="dk1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207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184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95" name="Google Shape;95;p22"/>
          <p:cNvSpPr txBox="1"/>
          <p:nvPr>
            <p:ph idx="10" type="dt"/>
          </p:nvPr>
        </p:nvSpPr>
        <p:spPr>
          <a:xfrm>
            <a:off x="6508126" y="5969000"/>
            <a:ext cx="1200150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22"/>
          <p:cNvSpPr txBox="1"/>
          <p:nvPr>
            <p:ph idx="11" type="ftr"/>
          </p:nvPr>
        </p:nvSpPr>
        <p:spPr>
          <a:xfrm>
            <a:off x="971551" y="5969000"/>
            <a:ext cx="5479425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22"/>
          <p:cNvSpPr txBox="1"/>
          <p:nvPr>
            <p:ph idx="12" type="sldNum"/>
          </p:nvPr>
        </p:nvSpPr>
        <p:spPr>
          <a:xfrm>
            <a:off x="7765426" y="5969000"/>
            <a:ext cx="407023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  <p:cxnSp>
        <p:nvCxnSpPr>
          <p:cNvPr id="98" name="Google Shape;98;p22"/>
          <p:cNvCxnSpPr/>
          <p:nvPr/>
        </p:nvCxnSpPr>
        <p:spPr>
          <a:xfrm>
            <a:off x="1047127" y="4140199"/>
            <a:ext cx="7055474" cy="0"/>
          </a:xfrm>
          <a:prstGeom prst="straightConnector1">
            <a:avLst/>
          </a:prstGeom>
          <a:noFill/>
          <a:ln cap="flat" cmpd="sng" w="158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with Caption">
  <p:cSld name="Quote with Caption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3"/>
          <p:cNvSpPr txBox="1"/>
          <p:nvPr>
            <p:ph type="title"/>
          </p:nvPr>
        </p:nvSpPr>
        <p:spPr>
          <a:xfrm>
            <a:off x="1084660" y="982132"/>
            <a:ext cx="6972299" cy="23706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aramond"/>
              <a:buNone/>
              <a:defRPr b="0" sz="3200" cap="none"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23"/>
          <p:cNvSpPr txBox="1"/>
          <p:nvPr>
            <p:ph idx="1" type="body"/>
          </p:nvPr>
        </p:nvSpPr>
        <p:spPr>
          <a:xfrm>
            <a:off x="1256109" y="3352800"/>
            <a:ext cx="6629402" cy="58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r">
              <a:spcBef>
                <a:spcPts val="400"/>
              </a:spcBef>
              <a:spcAft>
                <a:spcPts val="0"/>
              </a:spcAft>
              <a:buSzPts val="2300"/>
              <a:buFont typeface="Garamond"/>
              <a:buNone/>
              <a:defRPr sz="2000"/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2300"/>
              <a:buFont typeface="Garamond"/>
              <a:buNone/>
              <a:defRPr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2070"/>
              <a:buFont typeface="Garamond"/>
              <a:buNone/>
              <a:defRPr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1840"/>
              <a:buFont typeface="Garamond"/>
              <a:buNone/>
              <a:defRPr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1610"/>
              <a:buFont typeface="Garamond"/>
              <a:buNone/>
              <a:defRPr/>
            </a:lvl5pPr>
            <a:lvl6pPr indent="-360045" lvl="5" marL="27432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6pPr>
            <a:lvl7pPr indent="-360045" lvl="6" marL="32004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7pPr>
            <a:lvl8pPr indent="-360045" lvl="7" marL="36576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8pPr>
            <a:lvl9pPr indent="-360045" lvl="8" marL="4114800" algn="l">
              <a:spcBef>
                <a:spcPts val="600"/>
              </a:spcBef>
              <a:spcAft>
                <a:spcPts val="600"/>
              </a:spcAft>
              <a:buSzPts val="2070"/>
              <a:buChar char="•"/>
              <a:defRPr/>
            </a:lvl9pPr>
          </a:lstStyle>
          <a:p/>
        </p:txBody>
      </p:sp>
      <p:sp>
        <p:nvSpPr>
          <p:cNvPr id="102" name="Google Shape;102;p23"/>
          <p:cNvSpPr txBox="1"/>
          <p:nvPr>
            <p:ph idx="2" type="body"/>
          </p:nvPr>
        </p:nvSpPr>
        <p:spPr>
          <a:xfrm>
            <a:off x="971551" y="4343400"/>
            <a:ext cx="7207250" cy="15324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spcBef>
                <a:spcPts val="400"/>
              </a:spcBef>
              <a:spcAft>
                <a:spcPts val="0"/>
              </a:spcAft>
              <a:buSzPts val="2300"/>
              <a:buNone/>
              <a:defRPr sz="2000">
                <a:solidFill>
                  <a:schemeClr val="dk1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207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184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03" name="Google Shape;103;p23"/>
          <p:cNvSpPr txBox="1"/>
          <p:nvPr>
            <p:ph idx="10" type="dt"/>
          </p:nvPr>
        </p:nvSpPr>
        <p:spPr>
          <a:xfrm>
            <a:off x="6508126" y="5969000"/>
            <a:ext cx="1200150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23"/>
          <p:cNvSpPr txBox="1"/>
          <p:nvPr>
            <p:ph idx="11" type="ftr"/>
          </p:nvPr>
        </p:nvSpPr>
        <p:spPr>
          <a:xfrm>
            <a:off x="971551" y="5969000"/>
            <a:ext cx="5479425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23"/>
          <p:cNvSpPr txBox="1"/>
          <p:nvPr>
            <p:ph idx="12" type="sldNum"/>
          </p:nvPr>
        </p:nvSpPr>
        <p:spPr>
          <a:xfrm>
            <a:off x="7765426" y="5969000"/>
            <a:ext cx="407023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  <p:sp>
        <p:nvSpPr>
          <p:cNvPr id="106" name="Google Shape;106;p23"/>
          <p:cNvSpPr txBox="1"/>
          <p:nvPr/>
        </p:nvSpPr>
        <p:spPr>
          <a:xfrm>
            <a:off x="646510" y="879961"/>
            <a:ext cx="4572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CA" sz="80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“</a:t>
            </a:r>
            <a:endParaRPr/>
          </a:p>
        </p:txBody>
      </p:sp>
      <p:sp>
        <p:nvSpPr>
          <p:cNvPr id="107" name="Google Shape;107;p23"/>
          <p:cNvSpPr txBox="1"/>
          <p:nvPr/>
        </p:nvSpPr>
        <p:spPr>
          <a:xfrm>
            <a:off x="7950200" y="2827870"/>
            <a:ext cx="4572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CA" sz="80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”</a:t>
            </a:r>
            <a:endParaRPr/>
          </a:p>
        </p:txBody>
      </p:sp>
      <p:cxnSp>
        <p:nvCxnSpPr>
          <p:cNvPr id="108" name="Google Shape;108;p23"/>
          <p:cNvCxnSpPr/>
          <p:nvPr/>
        </p:nvCxnSpPr>
        <p:spPr>
          <a:xfrm>
            <a:off x="1047127" y="4140199"/>
            <a:ext cx="7055474" cy="0"/>
          </a:xfrm>
          <a:prstGeom prst="straightConnector1">
            <a:avLst/>
          </a:prstGeom>
          <a:noFill/>
          <a:ln cap="flat" cmpd="sng" w="158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ame Card">
  <p:cSld name="Name Card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4"/>
          <p:cNvSpPr txBox="1"/>
          <p:nvPr>
            <p:ph type="title"/>
          </p:nvPr>
        </p:nvSpPr>
        <p:spPr>
          <a:xfrm>
            <a:off x="971552" y="3308581"/>
            <a:ext cx="7207251" cy="1468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200"/>
              <a:buFont typeface="Garamond"/>
              <a:buNone/>
              <a:defRPr b="0" sz="32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24"/>
          <p:cNvSpPr txBox="1"/>
          <p:nvPr>
            <p:ph idx="1" type="body"/>
          </p:nvPr>
        </p:nvSpPr>
        <p:spPr>
          <a:xfrm>
            <a:off x="971551" y="4777381"/>
            <a:ext cx="7207251" cy="8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SzPts val="2300"/>
              <a:buNone/>
              <a:defRPr sz="2000">
                <a:solidFill>
                  <a:schemeClr val="dk1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207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184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12" name="Google Shape;112;p24"/>
          <p:cNvSpPr txBox="1"/>
          <p:nvPr>
            <p:ph idx="10" type="dt"/>
          </p:nvPr>
        </p:nvSpPr>
        <p:spPr>
          <a:xfrm>
            <a:off x="6508126" y="5969000"/>
            <a:ext cx="1200150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24"/>
          <p:cNvSpPr txBox="1"/>
          <p:nvPr>
            <p:ph idx="11" type="ftr"/>
          </p:nvPr>
        </p:nvSpPr>
        <p:spPr>
          <a:xfrm>
            <a:off x="971551" y="5969000"/>
            <a:ext cx="5479425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24"/>
          <p:cNvSpPr txBox="1"/>
          <p:nvPr>
            <p:ph idx="12" type="sldNum"/>
          </p:nvPr>
        </p:nvSpPr>
        <p:spPr>
          <a:xfrm>
            <a:off x="7765426" y="5969000"/>
            <a:ext cx="407023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Name Card">
  <p:cSld name="Quote Name Card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5"/>
          <p:cNvSpPr txBox="1"/>
          <p:nvPr>
            <p:ph type="title"/>
          </p:nvPr>
        </p:nvSpPr>
        <p:spPr>
          <a:xfrm>
            <a:off x="1084660" y="982132"/>
            <a:ext cx="6972299" cy="22436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aramond"/>
              <a:buNone/>
              <a:defRPr b="0" sz="3200" cap="none"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25"/>
          <p:cNvSpPr txBox="1"/>
          <p:nvPr>
            <p:ph idx="1" type="body"/>
          </p:nvPr>
        </p:nvSpPr>
        <p:spPr>
          <a:xfrm>
            <a:off x="971551" y="3639312"/>
            <a:ext cx="7207251" cy="88696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2760"/>
              <a:buNone/>
              <a:defRPr sz="2400">
                <a:solidFill>
                  <a:schemeClr val="dk1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207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184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18" name="Google Shape;118;p25"/>
          <p:cNvSpPr txBox="1"/>
          <p:nvPr>
            <p:ph idx="2" type="body"/>
          </p:nvPr>
        </p:nvSpPr>
        <p:spPr>
          <a:xfrm>
            <a:off x="971551" y="4529667"/>
            <a:ext cx="7207251" cy="1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60"/>
              </a:spcBef>
              <a:spcAft>
                <a:spcPts val="0"/>
              </a:spcAft>
              <a:buSzPts val="2070"/>
              <a:buNone/>
              <a:defRPr sz="1800">
                <a:solidFill>
                  <a:schemeClr val="dk1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207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184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19" name="Google Shape;119;p25"/>
          <p:cNvSpPr txBox="1"/>
          <p:nvPr>
            <p:ph idx="10" type="dt"/>
          </p:nvPr>
        </p:nvSpPr>
        <p:spPr>
          <a:xfrm>
            <a:off x="6508126" y="5969000"/>
            <a:ext cx="1200150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p25"/>
          <p:cNvSpPr txBox="1"/>
          <p:nvPr>
            <p:ph idx="11" type="ftr"/>
          </p:nvPr>
        </p:nvSpPr>
        <p:spPr>
          <a:xfrm>
            <a:off x="971551" y="5969000"/>
            <a:ext cx="5479425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p25"/>
          <p:cNvSpPr txBox="1"/>
          <p:nvPr>
            <p:ph idx="12" type="sldNum"/>
          </p:nvPr>
        </p:nvSpPr>
        <p:spPr>
          <a:xfrm>
            <a:off x="7765426" y="5969000"/>
            <a:ext cx="407023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  <p:sp>
        <p:nvSpPr>
          <p:cNvPr id="122" name="Google Shape;122;p25"/>
          <p:cNvSpPr txBox="1"/>
          <p:nvPr/>
        </p:nvSpPr>
        <p:spPr>
          <a:xfrm>
            <a:off x="646510" y="879961"/>
            <a:ext cx="4572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CA" sz="80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“</a:t>
            </a:r>
            <a:endParaRPr/>
          </a:p>
        </p:txBody>
      </p:sp>
      <p:sp>
        <p:nvSpPr>
          <p:cNvPr id="123" name="Google Shape;123;p25"/>
          <p:cNvSpPr txBox="1"/>
          <p:nvPr/>
        </p:nvSpPr>
        <p:spPr>
          <a:xfrm>
            <a:off x="7950200" y="2599261"/>
            <a:ext cx="4572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CA" sz="80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”</a:t>
            </a:r>
            <a:endParaRPr/>
          </a:p>
        </p:txBody>
      </p:sp>
      <p:cxnSp>
        <p:nvCxnSpPr>
          <p:cNvPr id="124" name="Google Shape;124;p25"/>
          <p:cNvCxnSpPr/>
          <p:nvPr/>
        </p:nvCxnSpPr>
        <p:spPr>
          <a:xfrm>
            <a:off x="1047127" y="3429000"/>
            <a:ext cx="7055474" cy="0"/>
          </a:xfrm>
          <a:prstGeom prst="straightConnector1">
            <a:avLst/>
          </a:prstGeom>
          <a:noFill/>
          <a:ln cap="flat" cmpd="sng" w="158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ue or False">
  <p:cSld name="True or False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6"/>
          <p:cNvSpPr txBox="1"/>
          <p:nvPr>
            <p:ph type="title"/>
          </p:nvPr>
        </p:nvSpPr>
        <p:spPr>
          <a:xfrm>
            <a:off x="971551" y="982132"/>
            <a:ext cx="7207250" cy="22436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400"/>
              <a:buFont typeface="Garamond"/>
              <a:buNone/>
              <a:defRPr b="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" name="Google Shape;127;p26"/>
          <p:cNvSpPr txBox="1"/>
          <p:nvPr>
            <p:ph idx="1" type="body"/>
          </p:nvPr>
        </p:nvSpPr>
        <p:spPr>
          <a:xfrm>
            <a:off x="971551" y="3630168"/>
            <a:ext cx="7207251" cy="84124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3220"/>
              <a:buNone/>
              <a:defRPr sz="2800">
                <a:solidFill>
                  <a:schemeClr val="dk1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207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184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28" name="Google Shape;128;p26"/>
          <p:cNvSpPr txBox="1"/>
          <p:nvPr>
            <p:ph idx="2" type="body"/>
          </p:nvPr>
        </p:nvSpPr>
        <p:spPr>
          <a:xfrm>
            <a:off x="971550" y="4470400"/>
            <a:ext cx="7207253" cy="14054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60"/>
              </a:spcBef>
              <a:spcAft>
                <a:spcPts val="0"/>
              </a:spcAft>
              <a:buSzPts val="2070"/>
              <a:buNone/>
              <a:defRPr sz="1800">
                <a:solidFill>
                  <a:schemeClr val="dk1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207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184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29" name="Google Shape;129;p26"/>
          <p:cNvSpPr txBox="1"/>
          <p:nvPr>
            <p:ph idx="10" type="dt"/>
          </p:nvPr>
        </p:nvSpPr>
        <p:spPr>
          <a:xfrm>
            <a:off x="6508126" y="5969000"/>
            <a:ext cx="1200150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0" name="Google Shape;130;p26"/>
          <p:cNvSpPr txBox="1"/>
          <p:nvPr>
            <p:ph idx="11" type="ftr"/>
          </p:nvPr>
        </p:nvSpPr>
        <p:spPr>
          <a:xfrm>
            <a:off x="971551" y="5969000"/>
            <a:ext cx="5479425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p26"/>
          <p:cNvSpPr txBox="1"/>
          <p:nvPr>
            <p:ph idx="12" type="sldNum"/>
          </p:nvPr>
        </p:nvSpPr>
        <p:spPr>
          <a:xfrm>
            <a:off x="7765426" y="5969000"/>
            <a:ext cx="407023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  <p:cxnSp>
        <p:nvCxnSpPr>
          <p:cNvPr id="132" name="Google Shape;132;p26"/>
          <p:cNvCxnSpPr/>
          <p:nvPr/>
        </p:nvCxnSpPr>
        <p:spPr>
          <a:xfrm>
            <a:off x="1047127" y="3429000"/>
            <a:ext cx="7055474" cy="0"/>
          </a:xfrm>
          <a:prstGeom prst="straightConnector1">
            <a:avLst/>
          </a:prstGeom>
          <a:noFill/>
          <a:ln cap="flat" cmpd="sng" w="158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7"/>
          <p:cNvSpPr txBox="1"/>
          <p:nvPr>
            <p:ph type="title"/>
          </p:nvPr>
        </p:nvSpPr>
        <p:spPr>
          <a:xfrm>
            <a:off x="971552" y="982133"/>
            <a:ext cx="7200897" cy="13038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400"/>
              <a:buFont typeface="Garamond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27"/>
          <p:cNvSpPr txBox="1"/>
          <p:nvPr>
            <p:ph idx="1" type="body"/>
          </p:nvPr>
        </p:nvSpPr>
        <p:spPr>
          <a:xfrm rot="5400000">
            <a:off x="2912531" y="615951"/>
            <a:ext cx="3318936" cy="72008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0045" lvl="0" marL="457200" algn="l">
              <a:spcBef>
                <a:spcPts val="360"/>
              </a:spcBef>
              <a:spcAft>
                <a:spcPts val="0"/>
              </a:spcAft>
              <a:buSzPts val="2070"/>
              <a:buChar char="•"/>
              <a:defRPr/>
            </a:lvl1pPr>
            <a:lvl2pPr indent="-360044" lvl="1" marL="9144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2pPr>
            <a:lvl3pPr indent="-360044" lvl="2" marL="13716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3pPr>
            <a:lvl4pPr indent="-360044" lvl="3" marL="18288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4pPr>
            <a:lvl5pPr indent="-360045" lvl="4" marL="22860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5pPr>
            <a:lvl6pPr indent="-360045" lvl="5" marL="27432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6pPr>
            <a:lvl7pPr indent="-360045" lvl="6" marL="32004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7pPr>
            <a:lvl8pPr indent="-360045" lvl="7" marL="36576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8pPr>
            <a:lvl9pPr indent="-360045" lvl="8" marL="4114800" algn="l">
              <a:spcBef>
                <a:spcPts val="600"/>
              </a:spcBef>
              <a:spcAft>
                <a:spcPts val="600"/>
              </a:spcAft>
              <a:buSzPts val="2070"/>
              <a:buChar char="•"/>
              <a:defRPr/>
            </a:lvl9pPr>
          </a:lstStyle>
          <a:p/>
        </p:txBody>
      </p:sp>
      <p:sp>
        <p:nvSpPr>
          <p:cNvPr id="136" name="Google Shape;136;p27"/>
          <p:cNvSpPr txBox="1"/>
          <p:nvPr>
            <p:ph idx="10" type="dt"/>
          </p:nvPr>
        </p:nvSpPr>
        <p:spPr>
          <a:xfrm>
            <a:off x="6508126" y="5969000"/>
            <a:ext cx="1200150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7" name="Google Shape;137;p27"/>
          <p:cNvSpPr txBox="1"/>
          <p:nvPr>
            <p:ph idx="11" type="ftr"/>
          </p:nvPr>
        </p:nvSpPr>
        <p:spPr>
          <a:xfrm>
            <a:off x="971551" y="5969000"/>
            <a:ext cx="5479425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p27"/>
          <p:cNvSpPr txBox="1"/>
          <p:nvPr>
            <p:ph idx="12" type="sldNum"/>
          </p:nvPr>
        </p:nvSpPr>
        <p:spPr>
          <a:xfrm>
            <a:off x="7765426" y="5969000"/>
            <a:ext cx="407023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  <p:cxnSp>
        <p:nvCxnSpPr>
          <p:cNvPr id="139" name="Google Shape;139;p27"/>
          <p:cNvCxnSpPr/>
          <p:nvPr/>
        </p:nvCxnSpPr>
        <p:spPr>
          <a:xfrm>
            <a:off x="1047127" y="2421466"/>
            <a:ext cx="7055474" cy="0"/>
          </a:xfrm>
          <a:prstGeom prst="straightConnector1">
            <a:avLst/>
          </a:prstGeom>
          <a:noFill/>
          <a:ln cap="flat" cmpd="sng" w="158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8"/>
          <p:cNvSpPr txBox="1"/>
          <p:nvPr>
            <p:ph type="title"/>
          </p:nvPr>
        </p:nvSpPr>
        <p:spPr>
          <a:xfrm rot="5400000">
            <a:off x="5011736" y="2719914"/>
            <a:ext cx="4893735" cy="14181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p28"/>
          <p:cNvSpPr txBox="1"/>
          <p:nvPr>
            <p:ph idx="1" type="body"/>
          </p:nvPr>
        </p:nvSpPr>
        <p:spPr>
          <a:xfrm rot="5400000">
            <a:off x="1312066" y="641615"/>
            <a:ext cx="4893734" cy="55747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0045" lvl="0" marL="457200" algn="l">
              <a:spcBef>
                <a:spcPts val="360"/>
              </a:spcBef>
              <a:spcAft>
                <a:spcPts val="0"/>
              </a:spcAft>
              <a:buSzPts val="2070"/>
              <a:buChar char="•"/>
              <a:defRPr/>
            </a:lvl1pPr>
            <a:lvl2pPr indent="-360044" lvl="1" marL="9144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2pPr>
            <a:lvl3pPr indent="-360044" lvl="2" marL="13716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3pPr>
            <a:lvl4pPr indent="-360044" lvl="3" marL="18288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4pPr>
            <a:lvl5pPr indent="-360045" lvl="4" marL="22860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5pPr>
            <a:lvl6pPr indent="-360045" lvl="5" marL="27432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6pPr>
            <a:lvl7pPr indent="-360045" lvl="6" marL="32004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7pPr>
            <a:lvl8pPr indent="-360045" lvl="7" marL="36576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8pPr>
            <a:lvl9pPr indent="-360045" lvl="8" marL="4114800" algn="l">
              <a:spcBef>
                <a:spcPts val="600"/>
              </a:spcBef>
              <a:spcAft>
                <a:spcPts val="600"/>
              </a:spcAft>
              <a:buSzPts val="2070"/>
              <a:buChar char="•"/>
              <a:defRPr/>
            </a:lvl9pPr>
          </a:lstStyle>
          <a:p/>
        </p:txBody>
      </p:sp>
      <p:sp>
        <p:nvSpPr>
          <p:cNvPr id="143" name="Google Shape;143;p28"/>
          <p:cNvSpPr txBox="1"/>
          <p:nvPr>
            <p:ph idx="10" type="dt"/>
          </p:nvPr>
        </p:nvSpPr>
        <p:spPr>
          <a:xfrm>
            <a:off x="6508126" y="5969000"/>
            <a:ext cx="1200150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4" name="Google Shape;144;p28"/>
          <p:cNvSpPr txBox="1"/>
          <p:nvPr>
            <p:ph idx="11" type="ftr"/>
          </p:nvPr>
        </p:nvSpPr>
        <p:spPr>
          <a:xfrm>
            <a:off x="971551" y="5969000"/>
            <a:ext cx="5479425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5" name="Google Shape;145;p28"/>
          <p:cNvSpPr txBox="1"/>
          <p:nvPr>
            <p:ph idx="12" type="sldNum"/>
          </p:nvPr>
        </p:nvSpPr>
        <p:spPr>
          <a:xfrm>
            <a:off x="7765426" y="5969000"/>
            <a:ext cx="407023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  <p:cxnSp>
        <p:nvCxnSpPr>
          <p:cNvPr id="146" name="Google Shape;146;p28"/>
          <p:cNvCxnSpPr/>
          <p:nvPr/>
        </p:nvCxnSpPr>
        <p:spPr>
          <a:xfrm>
            <a:off x="6647918" y="990600"/>
            <a:ext cx="0" cy="4876800"/>
          </a:xfrm>
          <a:prstGeom prst="straightConnector1">
            <a:avLst/>
          </a:prstGeom>
          <a:noFill/>
          <a:ln cap="flat" cmpd="sng" w="158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8.xml"/><Relationship Id="rId10" Type="http://schemas.openxmlformats.org/officeDocument/2006/relationships/slideLayout" Target="../slideLayouts/slideLayout7.xml"/><Relationship Id="rId21" Type="http://schemas.openxmlformats.org/officeDocument/2006/relationships/theme" Target="../theme/theme1.xml"/><Relationship Id="rId13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9.xml"/><Relationship Id="rId1" Type="http://schemas.openxmlformats.org/officeDocument/2006/relationships/image" Target="../media/image6.jpg"/><Relationship Id="rId2" Type="http://schemas.openxmlformats.org/officeDocument/2006/relationships/image" Target="../media/image4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1.xml"/><Relationship Id="rId9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1.xml"/><Relationship Id="rId17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3.xml"/><Relationship Id="rId5" Type="http://schemas.openxmlformats.org/officeDocument/2006/relationships/slideLayout" Target="../slideLayouts/slideLayout2.xml"/><Relationship Id="rId19" Type="http://schemas.openxmlformats.org/officeDocument/2006/relationships/slideLayout" Target="../slideLayouts/slideLayout16.xml"/><Relationship Id="rId6" Type="http://schemas.openxmlformats.org/officeDocument/2006/relationships/slideLayout" Target="../slideLayouts/slideLayout3.xml"/><Relationship Id="rId18" Type="http://schemas.openxmlformats.org/officeDocument/2006/relationships/slideLayout" Target="../slideLayouts/slideLayout15.xml"/><Relationship Id="rId7" Type="http://schemas.openxmlformats.org/officeDocument/2006/relationships/slideLayout" Target="../slideLayouts/slideLayout4.xml"/><Relationship Id="rId8" Type="http://schemas.openxmlformats.org/officeDocument/2006/relationships/slideLayout" Target="../slideLayouts/slideLayout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oogle Shape;6;p11"/>
          <p:cNvGrpSpPr/>
          <p:nvPr/>
        </p:nvGrpSpPr>
        <p:grpSpPr>
          <a:xfrm>
            <a:off x="-11802" y="0"/>
            <a:ext cx="9172472" cy="6856214"/>
            <a:chOff x="-15736" y="0"/>
            <a:chExt cx="12229962" cy="6856214"/>
          </a:xfrm>
        </p:grpSpPr>
        <p:pic>
          <p:nvPicPr>
            <p:cNvPr descr="HD-PanelContent.png" id="7" name="Google Shape;7;p11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0" y="0"/>
              <a:ext cx="12188825" cy="685621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" name="Google Shape;8;p11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cap="flat" cmpd="sng" w="1587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HDRibbonContent-UniformTrim.png" id="9" name="Google Shape;9;p1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HDRibbonContent-UniformTrim.png" id="10" name="Google Shape;10;p1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1" name="Google Shape;11;p11"/>
          <p:cNvSpPr txBox="1"/>
          <p:nvPr>
            <p:ph type="title"/>
          </p:nvPr>
        </p:nvSpPr>
        <p:spPr>
          <a:xfrm>
            <a:off x="971552" y="982133"/>
            <a:ext cx="7200897" cy="13038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400"/>
              <a:buFont typeface="Garamond"/>
              <a:buNone/>
              <a:defRPr b="0" i="0" sz="4400" u="none" cap="none" strike="noStrike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2" name="Google Shape;12;p11"/>
          <p:cNvSpPr txBox="1"/>
          <p:nvPr>
            <p:ph idx="1" type="body"/>
          </p:nvPr>
        </p:nvSpPr>
        <p:spPr>
          <a:xfrm>
            <a:off x="971551" y="2556932"/>
            <a:ext cx="7200897" cy="33189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3860" lvl="0" marL="457200" marR="0" rtl="0" algn="l"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760"/>
              <a:buFont typeface="Arial"/>
              <a:buChar char="•"/>
              <a:defRPr b="0" i="0" sz="2400" u="none" cap="none" strike="noStrike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indent="-374650" lvl="1" marL="91440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300"/>
              <a:buFont typeface="Arial"/>
              <a:buChar char="•"/>
              <a:defRPr b="0" i="0" sz="2000" u="none" cap="none" strike="noStrike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indent="-360044" lvl="2" marL="137160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070"/>
              <a:buFont typeface="Arial"/>
              <a:buChar char="•"/>
              <a:defRPr b="0" i="0" sz="1800" u="none" cap="none" strike="noStrike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indent="-345439" lvl="3" marL="182880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40"/>
              <a:buFont typeface="Arial"/>
              <a:buChar char="•"/>
              <a:defRPr b="0" i="0" sz="1600" u="none" cap="none" strike="noStrike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indent="-330835" lvl="4" marL="228600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10"/>
              <a:buFont typeface="Arial"/>
              <a:buChar char="•"/>
              <a:defRPr b="0" i="0" sz="1400" u="none" cap="none" strike="noStrike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indent="-330835" lvl="5" marL="274320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10"/>
              <a:buFont typeface="Arial"/>
              <a:buChar char="•"/>
              <a:defRPr b="0" i="0" sz="1400" u="none" cap="none" strike="noStrike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indent="-330835" lvl="6" marL="320040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10"/>
              <a:buFont typeface="Arial"/>
              <a:buChar char="•"/>
              <a:defRPr b="0" i="0" sz="1400" u="none" cap="none" strike="noStrike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indent="-330834" lvl="7" marL="365760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10"/>
              <a:buFont typeface="Arial"/>
              <a:buChar char="•"/>
              <a:defRPr b="0" i="0" sz="1400" u="none" cap="none" strike="noStrike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indent="-330834" lvl="8" marL="4114800" marR="0" rtl="0" algn="l"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ts val="1610"/>
              <a:buFont typeface="Arial"/>
              <a:buChar char="•"/>
              <a:defRPr b="0" i="0" sz="1400" u="none" cap="none" strike="noStrike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/>
        </p:txBody>
      </p:sp>
      <p:sp>
        <p:nvSpPr>
          <p:cNvPr id="13" name="Google Shape;13;p11"/>
          <p:cNvSpPr txBox="1"/>
          <p:nvPr>
            <p:ph idx="10" type="dt"/>
          </p:nvPr>
        </p:nvSpPr>
        <p:spPr>
          <a:xfrm>
            <a:off x="6508126" y="5969000"/>
            <a:ext cx="1200150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/>
        </p:txBody>
      </p:sp>
      <p:sp>
        <p:nvSpPr>
          <p:cNvPr id="14" name="Google Shape;14;p11"/>
          <p:cNvSpPr txBox="1"/>
          <p:nvPr>
            <p:ph idx="11" type="ftr"/>
          </p:nvPr>
        </p:nvSpPr>
        <p:spPr>
          <a:xfrm>
            <a:off x="971551" y="5969000"/>
            <a:ext cx="5479425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/>
        </p:txBody>
      </p:sp>
      <p:sp>
        <p:nvSpPr>
          <p:cNvPr id="15" name="Google Shape;15;p11"/>
          <p:cNvSpPr txBox="1"/>
          <p:nvPr>
            <p:ph idx="12" type="sldNum"/>
          </p:nvPr>
        </p:nvSpPr>
        <p:spPr>
          <a:xfrm>
            <a:off x="7765426" y="5969000"/>
            <a:ext cx="407023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4"/>
    <p:sldLayoutId id="2147483650" r:id="rId5"/>
    <p:sldLayoutId id="2147483651" r:id="rId6"/>
    <p:sldLayoutId id="2147483652" r:id="rId7"/>
    <p:sldLayoutId id="2147483653" r:id="rId8"/>
    <p:sldLayoutId id="2147483654" r:id="rId9"/>
    <p:sldLayoutId id="2147483655" r:id="rId10"/>
    <p:sldLayoutId id="2147483656" r:id="rId11"/>
    <p:sldLayoutId id="2147483657" r:id="rId12"/>
    <p:sldLayoutId id="2147483658" r:id="rId13"/>
    <p:sldLayoutId id="2147483659" r:id="rId14"/>
    <p:sldLayoutId id="2147483660" r:id="rId15"/>
    <p:sldLayoutId id="2147483661" r:id="rId16"/>
    <p:sldLayoutId id="2147483662" r:id="rId17"/>
    <p:sldLayoutId id="2147483663" r:id="rId18"/>
    <p:sldLayoutId id="2147483664" r:id="rId19"/>
    <p:sldLayoutId id="2147483665" r:id="rId2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"/>
          <p:cNvSpPr txBox="1"/>
          <p:nvPr>
            <p:ph type="ctrTitle"/>
          </p:nvPr>
        </p:nvSpPr>
        <p:spPr>
          <a:xfrm>
            <a:off x="2019299" y="1871132"/>
            <a:ext cx="5111752" cy="151553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5400"/>
              <a:buFont typeface="Garamond"/>
              <a:buNone/>
            </a:pPr>
            <a:r>
              <a:rPr lang="en-CA"/>
              <a:t>Searching and Sorting</a:t>
            </a:r>
            <a:endParaRPr/>
          </a:p>
        </p:txBody>
      </p:sp>
      <p:sp>
        <p:nvSpPr>
          <p:cNvPr id="152" name="Google Shape;152;p1"/>
          <p:cNvSpPr txBox="1"/>
          <p:nvPr>
            <p:ph idx="1" type="subTitle"/>
          </p:nvPr>
        </p:nvSpPr>
        <p:spPr>
          <a:xfrm>
            <a:off x="2019299" y="3657597"/>
            <a:ext cx="5111752" cy="13208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2415"/>
              <a:buNone/>
            </a:pPr>
            <a:r>
              <a:rPr lang="en-CA"/>
              <a:t>Mr.Kwan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"/>
          <p:cNvSpPr txBox="1"/>
          <p:nvPr>
            <p:ph type="title"/>
          </p:nvPr>
        </p:nvSpPr>
        <p:spPr>
          <a:xfrm>
            <a:off x="971552" y="982133"/>
            <a:ext cx="7200897" cy="13038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400"/>
              <a:buFont typeface="Garamond"/>
              <a:buNone/>
            </a:pPr>
            <a:r>
              <a:rPr lang="en-CA"/>
              <a:t>Sequential Search</a:t>
            </a:r>
            <a:endParaRPr/>
          </a:p>
        </p:txBody>
      </p:sp>
      <p:sp>
        <p:nvSpPr>
          <p:cNvPr id="158" name="Google Shape;158;p2"/>
          <p:cNvSpPr txBox="1"/>
          <p:nvPr>
            <p:ph idx="1" type="body"/>
          </p:nvPr>
        </p:nvSpPr>
        <p:spPr>
          <a:xfrm>
            <a:off x="971551" y="2556932"/>
            <a:ext cx="7200897" cy="33189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285750" rtl="0" algn="l">
              <a:spcBef>
                <a:spcPts val="0"/>
              </a:spcBef>
              <a:spcAft>
                <a:spcPts val="0"/>
              </a:spcAft>
              <a:buSzPts val="2760"/>
              <a:buChar char="•"/>
            </a:pPr>
            <a:r>
              <a:rPr lang="en-CA"/>
              <a:t>Assuming you have an array with elements such as:</a:t>
            </a:r>
            <a:endParaRPr/>
          </a:p>
          <a:p>
            <a:pPr indent="-110490" lvl="0" marL="285750" rtl="0" algn="l">
              <a:spcBef>
                <a:spcPts val="1080"/>
              </a:spcBef>
              <a:spcAft>
                <a:spcPts val="0"/>
              </a:spcAft>
              <a:buSzPts val="2760"/>
              <a:buNone/>
            </a:pPr>
            <a:r>
              <a:t/>
            </a:r>
            <a:endParaRPr/>
          </a:p>
          <a:p>
            <a:pPr indent="-285750" lvl="0" marL="285750" rtl="0" algn="l">
              <a:spcBef>
                <a:spcPts val="1080"/>
              </a:spcBef>
              <a:spcAft>
                <a:spcPts val="0"/>
              </a:spcAft>
              <a:buSzPts val="2760"/>
              <a:buChar char="•"/>
            </a:pPr>
            <a:r>
              <a:rPr lang="en-CA"/>
              <a:t>3, -9, 12, 24, 56, 78, 10</a:t>
            </a:r>
            <a:endParaRPr/>
          </a:p>
          <a:p>
            <a:pPr indent="-110490" lvl="0" marL="285750" rtl="0" algn="l">
              <a:spcBef>
                <a:spcPts val="1080"/>
              </a:spcBef>
              <a:spcAft>
                <a:spcPts val="0"/>
              </a:spcAft>
              <a:buSzPts val="2760"/>
              <a:buNone/>
            </a:pPr>
            <a:r>
              <a:t/>
            </a:r>
            <a:endParaRPr/>
          </a:p>
          <a:p>
            <a:pPr indent="-285750" lvl="0" marL="285750" rtl="0" algn="l">
              <a:spcBef>
                <a:spcPts val="1080"/>
              </a:spcBef>
              <a:spcAft>
                <a:spcPts val="0"/>
              </a:spcAft>
              <a:buSzPts val="2760"/>
              <a:buChar char="•"/>
            </a:pPr>
            <a:r>
              <a:rPr lang="en-CA"/>
              <a:t>How can you search the elements “56”?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"/>
          <p:cNvSpPr txBox="1"/>
          <p:nvPr>
            <p:ph type="title"/>
          </p:nvPr>
        </p:nvSpPr>
        <p:spPr>
          <a:xfrm>
            <a:off x="971552" y="982133"/>
            <a:ext cx="7200897" cy="13038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400"/>
              <a:buFont typeface="Garamond"/>
              <a:buNone/>
            </a:pPr>
            <a:r>
              <a:rPr lang="en-CA"/>
              <a:t>Sequential Search (Cont’d)</a:t>
            </a:r>
            <a:endParaRPr/>
          </a:p>
        </p:txBody>
      </p:sp>
      <p:sp>
        <p:nvSpPr>
          <p:cNvPr id="164" name="Google Shape;164;p3"/>
          <p:cNvSpPr txBox="1"/>
          <p:nvPr>
            <p:ph idx="1" type="body"/>
          </p:nvPr>
        </p:nvSpPr>
        <p:spPr>
          <a:xfrm>
            <a:off x="971551" y="2556932"/>
            <a:ext cx="7200897" cy="33189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285750" rtl="0" algn="l">
              <a:spcBef>
                <a:spcPts val="0"/>
              </a:spcBef>
              <a:spcAft>
                <a:spcPts val="0"/>
              </a:spcAft>
              <a:buSzPts val="2760"/>
              <a:buChar char="•"/>
            </a:pPr>
            <a:r>
              <a:rPr lang="en-CA"/>
              <a:t>We can look one by one (Let’s say from left to right)</a:t>
            </a:r>
            <a:endParaRPr/>
          </a:p>
          <a:p>
            <a:pPr indent="-110490" lvl="0" marL="285750" rtl="0" algn="l">
              <a:spcBef>
                <a:spcPts val="1080"/>
              </a:spcBef>
              <a:spcAft>
                <a:spcPts val="0"/>
              </a:spcAft>
              <a:buSzPts val="2760"/>
              <a:buNone/>
            </a:pPr>
            <a:r>
              <a:t/>
            </a:r>
            <a:endParaRPr/>
          </a:p>
          <a:p>
            <a:pPr indent="-285750" lvl="0" marL="285750" rtl="0" algn="l">
              <a:spcBef>
                <a:spcPts val="1080"/>
              </a:spcBef>
              <a:spcAft>
                <a:spcPts val="0"/>
              </a:spcAft>
              <a:buSzPts val="2760"/>
              <a:buChar char="•"/>
            </a:pPr>
            <a:r>
              <a:rPr lang="en-CA"/>
              <a:t>If you decide to search one by one, then it’s called Sequential Search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4"/>
          <p:cNvSpPr txBox="1"/>
          <p:nvPr>
            <p:ph type="title"/>
          </p:nvPr>
        </p:nvSpPr>
        <p:spPr>
          <a:xfrm>
            <a:off x="971552" y="982133"/>
            <a:ext cx="7200897" cy="13038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400"/>
              <a:buFont typeface="Garamond"/>
              <a:buNone/>
            </a:pPr>
            <a:r>
              <a:rPr lang="en-CA"/>
              <a:t>Sequential Search (Cont’d)</a:t>
            </a:r>
            <a:endParaRPr/>
          </a:p>
        </p:txBody>
      </p:sp>
      <p:pic>
        <p:nvPicPr>
          <p:cNvPr id="170" name="Google Shape;170;p4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7584" y="2132857"/>
            <a:ext cx="7632847" cy="37424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5"/>
          <p:cNvSpPr txBox="1"/>
          <p:nvPr>
            <p:ph type="title"/>
          </p:nvPr>
        </p:nvSpPr>
        <p:spPr>
          <a:xfrm>
            <a:off x="971552" y="982133"/>
            <a:ext cx="7200897" cy="13038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400"/>
              <a:buFont typeface="Garamond"/>
              <a:buNone/>
            </a:pPr>
            <a:r>
              <a:rPr lang="en-CA"/>
              <a:t>Sequential Search (Cont’d)</a:t>
            </a:r>
            <a:endParaRPr/>
          </a:p>
        </p:txBody>
      </p:sp>
      <p:sp>
        <p:nvSpPr>
          <p:cNvPr id="176" name="Google Shape;176;p5"/>
          <p:cNvSpPr txBox="1"/>
          <p:nvPr>
            <p:ph idx="1" type="body"/>
          </p:nvPr>
        </p:nvSpPr>
        <p:spPr>
          <a:xfrm>
            <a:off x="971551" y="2556932"/>
            <a:ext cx="7200897" cy="33189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285750" rtl="0" algn="l">
              <a:spcBef>
                <a:spcPts val="0"/>
              </a:spcBef>
              <a:spcAft>
                <a:spcPts val="0"/>
              </a:spcAft>
              <a:buSzPts val="2553"/>
              <a:buChar char="•"/>
            </a:pPr>
            <a:r>
              <a:rPr lang="en-CA" sz="2220"/>
              <a:t>Advantage of sequential search:</a:t>
            </a:r>
            <a:endParaRPr/>
          </a:p>
          <a:p>
            <a:pPr indent="-285750" lvl="1" marL="742950" rtl="0" algn="l">
              <a:spcBef>
                <a:spcPts val="970"/>
              </a:spcBef>
              <a:spcAft>
                <a:spcPts val="0"/>
              </a:spcAft>
              <a:buSzPts val="2128"/>
              <a:buChar char="•"/>
            </a:pPr>
            <a:r>
              <a:rPr lang="en-CA" sz="1850"/>
              <a:t>The items do not have to be sorted in order to perform the search.</a:t>
            </a:r>
            <a:endParaRPr/>
          </a:p>
          <a:p>
            <a:pPr indent="135096" lvl="1" marL="0" rtl="0" algn="l">
              <a:spcBef>
                <a:spcPts val="970"/>
              </a:spcBef>
              <a:spcAft>
                <a:spcPts val="0"/>
              </a:spcAft>
              <a:buSzPts val="2128"/>
              <a:buNone/>
            </a:pPr>
            <a:r>
              <a:t/>
            </a:r>
            <a:endParaRPr sz="1850"/>
          </a:p>
          <a:p>
            <a:pPr indent="0" lvl="1" marL="0" rtl="0" algn="l">
              <a:spcBef>
                <a:spcPts val="970"/>
              </a:spcBef>
              <a:spcAft>
                <a:spcPts val="0"/>
              </a:spcAft>
              <a:buSzPts val="2128"/>
              <a:buChar char="•"/>
            </a:pPr>
            <a:r>
              <a:rPr lang="en-CA" sz="1850"/>
              <a:t>Disadvantage of sequential search:</a:t>
            </a:r>
            <a:endParaRPr/>
          </a:p>
          <a:p>
            <a:pPr indent="-285750" lvl="1" marL="740664" rtl="0" algn="l">
              <a:spcBef>
                <a:spcPts val="970"/>
              </a:spcBef>
              <a:spcAft>
                <a:spcPts val="0"/>
              </a:spcAft>
              <a:buSzPts val="2128"/>
              <a:buChar char="•"/>
            </a:pPr>
            <a:r>
              <a:rPr lang="en-CA" sz="1850"/>
              <a:t>It could be slow (Imagine you have thousands of items and the one you want to find happens to be at the last place)</a:t>
            </a:r>
            <a:endParaRPr/>
          </a:p>
          <a:p>
            <a:pPr indent="-285750" lvl="1" marL="740664" rtl="0" algn="l">
              <a:spcBef>
                <a:spcPts val="970"/>
              </a:spcBef>
              <a:spcAft>
                <a:spcPts val="0"/>
              </a:spcAft>
              <a:buSzPts val="2128"/>
              <a:buChar char="•"/>
            </a:pPr>
            <a:r>
              <a:rPr lang="en-CA" sz="1850"/>
              <a:t>In general, if you have n items, the worst case scenario is you need to perform n times in order to locate the item </a:t>
            </a:r>
            <a:endParaRPr sz="1850"/>
          </a:p>
          <a:p>
            <a:pPr indent="-150653" lvl="1" marL="742950" rtl="0" algn="l">
              <a:spcBef>
                <a:spcPts val="970"/>
              </a:spcBef>
              <a:spcAft>
                <a:spcPts val="0"/>
              </a:spcAft>
              <a:buSzPts val="2128"/>
              <a:buNone/>
            </a:pPr>
            <a:r>
              <a:t/>
            </a:r>
            <a:endParaRPr sz="185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6"/>
          <p:cNvSpPr txBox="1"/>
          <p:nvPr>
            <p:ph type="title"/>
          </p:nvPr>
        </p:nvSpPr>
        <p:spPr>
          <a:xfrm>
            <a:off x="971552" y="982133"/>
            <a:ext cx="7200897" cy="13038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400"/>
              <a:buFont typeface="Garamond"/>
              <a:buNone/>
            </a:pPr>
            <a:r>
              <a:rPr lang="en-CA"/>
              <a:t>Big O notation </a:t>
            </a:r>
            <a:r>
              <a:rPr lang="en-CA" sz="1800"/>
              <a:t>(from http://www.jessicayung.com/big-o-notation-a-common-mistake-and-documentation/)</a:t>
            </a:r>
            <a:endParaRPr sz="1800"/>
          </a:p>
        </p:txBody>
      </p:sp>
      <p:pic>
        <p:nvPicPr>
          <p:cNvPr descr="Image result for big o complexity chart" id="182" name="Google Shape;182;p6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59632" y="2420888"/>
            <a:ext cx="6624736" cy="41764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7"/>
          <p:cNvSpPr txBox="1"/>
          <p:nvPr>
            <p:ph type="title"/>
          </p:nvPr>
        </p:nvSpPr>
        <p:spPr>
          <a:xfrm>
            <a:off x="971552" y="982133"/>
            <a:ext cx="7200897" cy="13038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400"/>
              <a:buFont typeface="Garamond"/>
              <a:buNone/>
            </a:pPr>
            <a:r>
              <a:rPr lang="en-CA"/>
              <a:t>Binary Search</a:t>
            </a:r>
            <a:endParaRPr/>
          </a:p>
        </p:txBody>
      </p:sp>
      <p:sp>
        <p:nvSpPr>
          <p:cNvPr id="188" name="Google Shape;188;p7"/>
          <p:cNvSpPr txBox="1"/>
          <p:nvPr>
            <p:ph idx="1" type="body"/>
          </p:nvPr>
        </p:nvSpPr>
        <p:spPr>
          <a:xfrm>
            <a:off x="971551" y="2556932"/>
            <a:ext cx="7200897" cy="33189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28575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53"/>
              <a:buChar char="•"/>
            </a:pPr>
            <a:r>
              <a:rPr lang="en-CA" sz="2220"/>
              <a:t>Suppose you go through the trouble sorting the item first.  You could search for the item you want much more efficiently.</a:t>
            </a:r>
            <a:endParaRPr/>
          </a:p>
          <a:p>
            <a:pPr indent="-123634" lvl="0" marL="285750" rtl="0" algn="l">
              <a:lnSpc>
                <a:spcPct val="80000"/>
              </a:lnSpc>
              <a:spcBef>
                <a:spcPts val="1044"/>
              </a:spcBef>
              <a:spcAft>
                <a:spcPts val="0"/>
              </a:spcAft>
              <a:buSzPts val="2553"/>
              <a:buNone/>
            </a:pPr>
            <a:r>
              <a:t/>
            </a:r>
            <a:endParaRPr sz="2220"/>
          </a:p>
          <a:p>
            <a:pPr indent="-285750" lvl="0" marL="285750" rtl="0" algn="l">
              <a:lnSpc>
                <a:spcPct val="80000"/>
              </a:lnSpc>
              <a:spcBef>
                <a:spcPts val="1044"/>
              </a:spcBef>
              <a:spcAft>
                <a:spcPts val="0"/>
              </a:spcAft>
              <a:buSzPts val="2553"/>
              <a:buChar char="•"/>
            </a:pPr>
            <a:r>
              <a:rPr lang="en-CA" sz="2220"/>
              <a:t>Suppose you have a list of the following:</a:t>
            </a:r>
            <a:endParaRPr/>
          </a:p>
          <a:p>
            <a:pPr indent="-285750" lvl="0" marL="285750" rtl="0" algn="l">
              <a:lnSpc>
                <a:spcPct val="80000"/>
              </a:lnSpc>
              <a:spcBef>
                <a:spcPts val="1044"/>
              </a:spcBef>
              <a:spcAft>
                <a:spcPts val="0"/>
              </a:spcAft>
              <a:buSzPts val="2553"/>
              <a:buChar char="•"/>
            </a:pPr>
            <a:r>
              <a:rPr lang="en-CA" sz="2220"/>
              <a:t>16, 19, 22, 24, 27, 29, 37, 40, 43, 44, 47, 52, 56, 60, 64, 71</a:t>
            </a:r>
            <a:endParaRPr/>
          </a:p>
          <a:p>
            <a:pPr indent="-123634" lvl="0" marL="285750" rtl="0" algn="l">
              <a:lnSpc>
                <a:spcPct val="80000"/>
              </a:lnSpc>
              <a:spcBef>
                <a:spcPts val="1044"/>
              </a:spcBef>
              <a:spcAft>
                <a:spcPts val="0"/>
              </a:spcAft>
              <a:buSzPts val="2553"/>
              <a:buNone/>
            </a:pPr>
            <a:r>
              <a:t/>
            </a:r>
            <a:endParaRPr sz="2220"/>
          </a:p>
          <a:p>
            <a:pPr indent="-285750" lvl="0" marL="285750" rtl="0" algn="l">
              <a:lnSpc>
                <a:spcPct val="80000"/>
              </a:lnSpc>
              <a:spcBef>
                <a:spcPts val="1044"/>
              </a:spcBef>
              <a:spcAft>
                <a:spcPts val="0"/>
              </a:spcAft>
              <a:buSzPts val="2553"/>
              <a:buChar char="•"/>
            </a:pPr>
            <a:r>
              <a:rPr lang="en-CA" sz="2220"/>
              <a:t>If you want to search for the element “47”, how many times you need to look for the element 47 with sequential search?</a:t>
            </a:r>
            <a:endParaRPr sz="222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8"/>
          <p:cNvSpPr txBox="1"/>
          <p:nvPr>
            <p:ph type="title"/>
          </p:nvPr>
        </p:nvSpPr>
        <p:spPr>
          <a:xfrm>
            <a:off x="971552" y="982133"/>
            <a:ext cx="7200897" cy="13038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400"/>
              <a:buFont typeface="Garamond"/>
              <a:buNone/>
            </a:pPr>
            <a:r>
              <a:rPr lang="en-CA"/>
              <a:t>Binary Search (Cont’d)</a:t>
            </a:r>
            <a:endParaRPr/>
          </a:p>
        </p:txBody>
      </p:sp>
      <p:sp>
        <p:nvSpPr>
          <p:cNvPr id="194" name="Google Shape;194;p8"/>
          <p:cNvSpPr txBox="1"/>
          <p:nvPr>
            <p:ph idx="1" type="body"/>
          </p:nvPr>
        </p:nvSpPr>
        <p:spPr>
          <a:xfrm>
            <a:off x="971551" y="2556932"/>
            <a:ext cx="7200897" cy="33189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285750" rtl="0" algn="l">
              <a:spcBef>
                <a:spcPts val="0"/>
              </a:spcBef>
              <a:spcAft>
                <a:spcPts val="0"/>
              </a:spcAft>
              <a:buSzPts val="2760"/>
              <a:buChar char="•"/>
            </a:pPr>
            <a:r>
              <a:rPr lang="en-CA"/>
              <a:t>Using Binary Search would be much faster</a:t>
            </a:r>
            <a:endParaRPr/>
          </a:p>
          <a:p>
            <a:pPr indent="-110490" lvl="0" marL="285750" rtl="0" algn="l">
              <a:spcBef>
                <a:spcPts val="1080"/>
              </a:spcBef>
              <a:spcAft>
                <a:spcPts val="0"/>
              </a:spcAft>
              <a:buSzPts val="2760"/>
              <a:buNone/>
            </a:pPr>
            <a:r>
              <a:t/>
            </a:r>
            <a:endParaRPr/>
          </a:p>
          <a:p>
            <a:pPr indent="-110490" lvl="0" marL="285750" rtl="0" algn="l">
              <a:spcBef>
                <a:spcPts val="1080"/>
              </a:spcBef>
              <a:spcAft>
                <a:spcPts val="0"/>
              </a:spcAft>
              <a:buSzPts val="2760"/>
              <a:buNone/>
            </a:pPr>
            <a:r>
              <a:t/>
            </a:r>
            <a:endParaRPr/>
          </a:p>
        </p:txBody>
      </p:sp>
      <p:pic>
        <p:nvPicPr>
          <p:cNvPr id="195" name="Google Shape;19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7544" y="1988840"/>
            <a:ext cx="8424936" cy="48691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9"/>
          <p:cNvSpPr txBox="1"/>
          <p:nvPr>
            <p:ph type="title"/>
          </p:nvPr>
        </p:nvSpPr>
        <p:spPr>
          <a:xfrm>
            <a:off x="971552" y="982133"/>
            <a:ext cx="7200897" cy="13038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400"/>
              <a:buFont typeface="Garamond"/>
              <a:buNone/>
            </a:pPr>
            <a:r>
              <a:rPr lang="en-CA"/>
              <a:t>Binary Search</a:t>
            </a:r>
            <a:endParaRPr/>
          </a:p>
        </p:txBody>
      </p:sp>
      <p:sp>
        <p:nvSpPr>
          <p:cNvPr id="201" name="Google Shape;201;p9"/>
          <p:cNvSpPr txBox="1"/>
          <p:nvPr>
            <p:ph idx="1" type="body"/>
          </p:nvPr>
        </p:nvSpPr>
        <p:spPr>
          <a:xfrm>
            <a:off x="971551" y="2556932"/>
            <a:ext cx="7200897" cy="33189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28575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53"/>
              <a:buChar char="•"/>
            </a:pPr>
            <a:r>
              <a:rPr lang="en-CA" sz="2220"/>
              <a:t>This is how the binary search goes:</a:t>
            </a:r>
            <a:endParaRPr/>
          </a:p>
          <a:p>
            <a:pPr indent="-285750" lvl="0" marL="285750" rtl="0" algn="l">
              <a:lnSpc>
                <a:spcPct val="80000"/>
              </a:lnSpc>
              <a:spcBef>
                <a:spcPts val="1044"/>
              </a:spcBef>
              <a:spcAft>
                <a:spcPts val="0"/>
              </a:spcAft>
              <a:buSzPts val="2553"/>
              <a:buChar char="•"/>
            </a:pPr>
            <a:r>
              <a:rPr lang="en-CA" sz="2220"/>
              <a:t>16, 19, 22, 24, 27, 29, 37, 40, 43, 44, 47, 52, 56, 60, 64, 71</a:t>
            </a:r>
            <a:endParaRPr/>
          </a:p>
          <a:p>
            <a:pPr indent="-285750" lvl="0" marL="285750" rtl="0" algn="l">
              <a:lnSpc>
                <a:spcPct val="80000"/>
              </a:lnSpc>
              <a:spcBef>
                <a:spcPts val="1044"/>
              </a:spcBef>
              <a:spcAft>
                <a:spcPts val="0"/>
              </a:spcAft>
              <a:buSzPts val="2553"/>
              <a:buChar char="•"/>
            </a:pPr>
            <a:r>
              <a:rPr lang="en-CA" sz="2220"/>
              <a:t>After first trial</a:t>
            </a:r>
            <a:endParaRPr/>
          </a:p>
          <a:p>
            <a:pPr indent="-285750" lvl="0" marL="285750" rtl="0" algn="l">
              <a:lnSpc>
                <a:spcPct val="80000"/>
              </a:lnSpc>
              <a:spcBef>
                <a:spcPts val="1044"/>
              </a:spcBef>
              <a:spcAft>
                <a:spcPts val="0"/>
              </a:spcAft>
              <a:buSzPts val="2553"/>
              <a:buChar char="•"/>
            </a:pPr>
            <a:r>
              <a:rPr lang="en-CA" sz="2220"/>
              <a:t>43, 44, 47, 52, 56, 60, 64, 71</a:t>
            </a:r>
            <a:endParaRPr/>
          </a:p>
          <a:p>
            <a:pPr indent="-285750" lvl="0" marL="285750" rtl="0" algn="l">
              <a:lnSpc>
                <a:spcPct val="80000"/>
              </a:lnSpc>
              <a:spcBef>
                <a:spcPts val="1044"/>
              </a:spcBef>
              <a:spcAft>
                <a:spcPts val="0"/>
              </a:spcAft>
              <a:buSzPts val="2553"/>
              <a:buChar char="•"/>
            </a:pPr>
            <a:r>
              <a:rPr lang="en-CA" sz="2220"/>
              <a:t>After second trial</a:t>
            </a:r>
            <a:endParaRPr/>
          </a:p>
          <a:p>
            <a:pPr indent="-285750" lvl="0" marL="285750" rtl="0" algn="l">
              <a:lnSpc>
                <a:spcPct val="80000"/>
              </a:lnSpc>
              <a:spcBef>
                <a:spcPts val="1044"/>
              </a:spcBef>
              <a:spcAft>
                <a:spcPts val="0"/>
              </a:spcAft>
              <a:buSzPts val="2553"/>
              <a:buChar char="•"/>
            </a:pPr>
            <a:r>
              <a:rPr lang="en-CA" sz="2220"/>
              <a:t>43, 44, 47</a:t>
            </a:r>
            <a:endParaRPr/>
          </a:p>
          <a:p>
            <a:pPr indent="-285750" lvl="0" marL="285750" rtl="0" algn="l">
              <a:lnSpc>
                <a:spcPct val="80000"/>
              </a:lnSpc>
              <a:spcBef>
                <a:spcPts val="1044"/>
              </a:spcBef>
              <a:spcAft>
                <a:spcPts val="0"/>
              </a:spcAft>
              <a:buSzPts val="2553"/>
              <a:buChar char="•"/>
            </a:pPr>
            <a:r>
              <a:rPr lang="en-CA" sz="2220"/>
              <a:t>After third trial</a:t>
            </a:r>
            <a:endParaRPr/>
          </a:p>
          <a:p>
            <a:pPr indent="-285750" lvl="0" marL="285750" rtl="0" algn="l">
              <a:lnSpc>
                <a:spcPct val="80000"/>
              </a:lnSpc>
              <a:spcBef>
                <a:spcPts val="1044"/>
              </a:spcBef>
              <a:spcAft>
                <a:spcPts val="0"/>
              </a:spcAft>
              <a:buSzPts val="2553"/>
              <a:buChar char="•"/>
            </a:pPr>
            <a:r>
              <a:rPr lang="en-CA" sz="2220"/>
              <a:t>47 (it only takes 3 trials)</a:t>
            </a:r>
            <a:endParaRPr sz="222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0"/>
          <p:cNvSpPr txBox="1"/>
          <p:nvPr>
            <p:ph type="title"/>
          </p:nvPr>
        </p:nvSpPr>
        <p:spPr>
          <a:xfrm>
            <a:off x="971552" y="982133"/>
            <a:ext cx="7200897" cy="13038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400"/>
              <a:buFont typeface="Garamond"/>
              <a:buNone/>
            </a:pPr>
            <a:r>
              <a:rPr lang="en-CA"/>
              <a:t>Binary Search (Cont’d)</a:t>
            </a:r>
            <a:endParaRPr/>
          </a:p>
        </p:txBody>
      </p:sp>
      <p:sp>
        <p:nvSpPr>
          <p:cNvPr id="207" name="Google Shape;207;p10"/>
          <p:cNvSpPr txBox="1"/>
          <p:nvPr>
            <p:ph idx="1" type="body"/>
          </p:nvPr>
        </p:nvSpPr>
        <p:spPr>
          <a:xfrm>
            <a:off x="971551" y="2556932"/>
            <a:ext cx="7200897" cy="33189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285750" rtl="0" algn="l">
              <a:spcBef>
                <a:spcPts val="0"/>
              </a:spcBef>
              <a:spcAft>
                <a:spcPts val="0"/>
              </a:spcAft>
              <a:buSzPts val="2760"/>
              <a:buChar char="•"/>
            </a:pPr>
            <a:r>
              <a:rPr lang="en-CA"/>
              <a:t>Advantage:</a:t>
            </a:r>
            <a:endParaRPr/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SzPts val="2300"/>
              <a:buChar char="•"/>
            </a:pPr>
            <a:r>
              <a:rPr lang="en-CA"/>
              <a:t>Much faster than sequential search (Binary Search is O(log n) {base 2, not 10})</a:t>
            </a:r>
            <a:endParaRPr/>
          </a:p>
          <a:p>
            <a:pPr indent="146050" lvl="1" marL="0" rtl="0" algn="l">
              <a:spcBef>
                <a:spcPts val="1000"/>
              </a:spcBef>
              <a:spcAft>
                <a:spcPts val="0"/>
              </a:spcAft>
              <a:buSzPts val="2300"/>
              <a:buNone/>
            </a:pPr>
            <a:r>
              <a:t/>
            </a:r>
            <a:endParaRPr/>
          </a:p>
          <a:p>
            <a:pPr indent="0" lvl="1" marL="0" rtl="0" algn="l">
              <a:spcBef>
                <a:spcPts val="1000"/>
              </a:spcBef>
              <a:spcAft>
                <a:spcPts val="0"/>
              </a:spcAft>
              <a:buSzPts val="2300"/>
              <a:buChar char="•"/>
            </a:pPr>
            <a:r>
              <a:rPr lang="en-CA"/>
              <a:t>Disadvantage:</a:t>
            </a:r>
            <a:endParaRPr/>
          </a:p>
          <a:p>
            <a:pPr indent="-285750" lvl="1" marL="740664" rtl="0" algn="l">
              <a:spcBef>
                <a:spcPts val="1000"/>
              </a:spcBef>
              <a:spcAft>
                <a:spcPts val="0"/>
              </a:spcAft>
              <a:buSzPts val="2300"/>
              <a:buChar char="•"/>
            </a:pPr>
            <a:r>
              <a:rPr lang="en-CA"/>
              <a:t>You have to sort the item first. If you have efficient way of sorting the items, it will be worth it because binary search is much more efficient.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heme1">
  <a:themeElements>
    <a:clrScheme name="Organic">
      <a:dk1>
        <a:srgbClr val="000000"/>
      </a:dk1>
      <a:lt1>
        <a:srgbClr val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2017-09-19T00:56:19Z</dcterms:created>
  <dc:creator>Chi Tat Kwan</dc:creator>
</cp:coreProperties>
</file>