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Garamond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2" roundtripDataSignature="AMtx7mjOVqx5+k+ZZIlIgp9tw55J0Baa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75C5118-76AE-4360-8ACD-8CB578E28453}">
  <a:tblStyle styleId="{D75C5118-76AE-4360-8ACD-8CB578E28453}" styleName="Table_0">
    <a:wholeTbl>
      <a:tcTxStyle b="off" i="off">
        <a:font>
          <a:latin typeface="Garamond"/>
          <a:ea typeface="Garamond"/>
          <a:cs typeface="Garamond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CEFE7"/>
          </a:solidFill>
        </a:fill>
      </a:tcStyle>
    </a:wholeTbl>
    <a:band1H>
      <a:tcTxStyle/>
      <a:tcStyle>
        <a:fill>
          <a:solidFill>
            <a:srgbClr val="D8DDCB"/>
          </a:solidFill>
        </a:fill>
      </a:tcStyle>
    </a:band1H>
    <a:band2H>
      <a:tcTxStyle/>
    </a:band2H>
    <a:band1V>
      <a:tcTxStyle/>
      <a:tcStyle>
        <a:fill>
          <a:solidFill>
            <a:srgbClr val="D8DDCB"/>
          </a:solidFill>
        </a:fill>
      </a:tcStyle>
    </a:band1V>
    <a:band2V>
      <a:tcTxStyle/>
    </a:band2V>
    <a:lastCol>
      <a:tcTxStyle b="on" i="off">
        <a:font>
          <a:latin typeface="Garamond"/>
          <a:ea typeface="Garamond"/>
          <a:cs typeface="Garamond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Garamond"/>
          <a:ea typeface="Garamond"/>
          <a:cs typeface="Garamond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Garamond"/>
          <a:ea typeface="Garamond"/>
          <a:cs typeface="Garamond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Garamond"/>
          <a:ea typeface="Garamond"/>
          <a:cs typeface="Garamond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aramond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Garamond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Garamond-bold.fntdata"/><Relationship Id="rId6" Type="http://schemas.openxmlformats.org/officeDocument/2006/relationships/slide" Target="slides/slide1.xml"/><Relationship Id="rId18" Type="http://schemas.openxmlformats.org/officeDocument/2006/relationships/font" Target="fonts/Garamon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14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descr="HD-PanelTitleR1.png" id="18" name="Google Shape;18;p1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Google Shape;19;p14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cap="flat" cmpd="sng" w="158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HDRibbonTitle-UniformTrim.png" id="20" name="Google Shape;20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DRibbonTitle-UniformTrim.png" id="21" name="Google Shape;21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" name="Google Shape;22;p14"/>
          <p:cNvSpPr txBox="1"/>
          <p:nvPr>
            <p:ph type="ctrTitle"/>
          </p:nvPr>
        </p:nvSpPr>
        <p:spPr>
          <a:xfrm>
            <a:off x="2692398" y="1871131"/>
            <a:ext cx="6815669" cy="15155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Garamond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subTitle"/>
          </p:nvPr>
        </p:nvSpPr>
        <p:spPr>
          <a:xfrm>
            <a:off x="2692398" y="3657597"/>
            <a:ext cx="6815669" cy="13208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420"/>
              </a:spcBef>
              <a:spcAft>
                <a:spcPts val="0"/>
              </a:spcAft>
              <a:buSzPts val="241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3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207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84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61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61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7983232" y="5037663"/>
            <a:ext cx="89746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2692397" y="5037663"/>
            <a:ext cx="5214635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8956900" y="5037663"/>
            <a:ext cx="55116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cxnSp>
        <p:nvCxnSpPr>
          <p:cNvPr id="27" name="Google Shape;27;p14"/>
          <p:cNvCxnSpPr/>
          <p:nvPr/>
        </p:nvCxnSpPr>
        <p:spPr>
          <a:xfrm>
            <a:off x="2692399" y="3522131"/>
            <a:ext cx="681566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15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p15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 txBox="1"/>
          <p:nvPr>
            <p:ph type="title"/>
          </p:nvPr>
        </p:nvSpPr>
        <p:spPr>
          <a:xfrm>
            <a:off x="2015069" y="1752606"/>
            <a:ext cx="8158688" cy="1822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" type="body"/>
          </p:nvPr>
        </p:nvSpPr>
        <p:spPr>
          <a:xfrm>
            <a:off x="2015067" y="3846051"/>
            <a:ext cx="8158690" cy="9545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276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16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cxnSp>
        <p:nvCxnSpPr>
          <p:cNvPr id="41" name="Google Shape;41;p16"/>
          <p:cNvCxnSpPr/>
          <p:nvPr/>
        </p:nvCxnSpPr>
        <p:spPr>
          <a:xfrm>
            <a:off x="2012723" y="3710585"/>
            <a:ext cx="816338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Google Shape;43;p17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17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" type="body"/>
          </p:nvPr>
        </p:nvSpPr>
        <p:spPr>
          <a:xfrm>
            <a:off x="1298448" y="2560320"/>
            <a:ext cx="4718304" cy="3310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2" type="body"/>
          </p:nvPr>
        </p:nvSpPr>
        <p:spPr>
          <a:xfrm>
            <a:off x="6181344" y="2560320"/>
            <a:ext cx="4718304" cy="3310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" type="body"/>
          </p:nvPr>
        </p:nvSpPr>
        <p:spPr>
          <a:xfrm>
            <a:off x="1295400" y="2658533"/>
            <a:ext cx="471830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72"/>
              </a:spcBef>
              <a:spcAft>
                <a:spcPts val="0"/>
              </a:spcAft>
              <a:buSzPts val="3220"/>
              <a:buNone/>
              <a:defRPr b="0" sz="28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3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07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840"/>
              <a:buNone/>
              <a:defRPr b="1" sz="1600"/>
            </a:lvl9pPr>
          </a:lstStyle>
          <a:p/>
        </p:txBody>
      </p:sp>
      <p:sp>
        <p:nvSpPr>
          <p:cNvPr id="53" name="Google Shape;53;p18"/>
          <p:cNvSpPr txBox="1"/>
          <p:nvPr>
            <p:ph idx="2" type="body"/>
          </p:nvPr>
        </p:nvSpPr>
        <p:spPr>
          <a:xfrm>
            <a:off x="1295400" y="3243262"/>
            <a:ext cx="4718304" cy="26326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54" name="Google Shape;54;p18"/>
          <p:cNvSpPr txBox="1"/>
          <p:nvPr>
            <p:ph idx="3" type="body"/>
          </p:nvPr>
        </p:nvSpPr>
        <p:spPr>
          <a:xfrm>
            <a:off x="6180670" y="2658533"/>
            <a:ext cx="4718304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72"/>
              </a:spcBef>
              <a:spcAft>
                <a:spcPts val="0"/>
              </a:spcAft>
              <a:buSzPts val="3220"/>
              <a:buNone/>
              <a:defRPr b="0" sz="28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3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07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840"/>
              <a:buNone/>
              <a:defRPr b="1" sz="1600"/>
            </a:lvl9pPr>
          </a:lstStyle>
          <a:p/>
        </p:txBody>
      </p:sp>
      <p:sp>
        <p:nvSpPr>
          <p:cNvPr id="55" name="Google Shape;55;p18"/>
          <p:cNvSpPr txBox="1"/>
          <p:nvPr>
            <p:ph idx="4" type="body"/>
          </p:nvPr>
        </p:nvSpPr>
        <p:spPr>
          <a:xfrm>
            <a:off x="6180670" y="3243262"/>
            <a:ext cx="4718304" cy="26326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8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cxnSp>
        <p:nvCxnSpPr>
          <p:cNvPr id="59" name="Google Shape;59;p18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9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9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cxnSp>
        <p:nvCxnSpPr>
          <p:cNvPr id="65" name="Google Shape;65;p19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0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0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0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/>
          <p:nvPr>
            <p:ph type="title"/>
          </p:nvPr>
        </p:nvSpPr>
        <p:spPr>
          <a:xfrm>
            <a:off x="1293811" y="1388534"/>
            <a:ext cx="371845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" type="body"/>
          </p:nvPr>
        </p:nvSpPr>
        <p:spPr>
          <a:xfrm>
            <a:off x="5418668" y="982131"/>
            <a:ext cx="5469466" cy="4893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2" type="body"/>
          </p:nvPr>
        </p:nvSpPr>
        <p:spPr>
          <a:xfrm>
            <a:off x="1293811" y="3031065"/>
            <a:ext cx="3718455" cy="2438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184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/>
        </p:txBody>
      </p:sp>
      <p:sp>
        <p:nvSpPr>
          <p:cNvPr id="74" name="Google Shape;74;p21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cxnSp>
        <p:nvCxnSpPr>
          <p:cNvPr id="77" name="Google Shape;77;p21"/>
          <p:cNvCxnSpPr/>
          <p:nvPr/>
        </p:nvCxnSpPr>
        <p:spPr>
          <a:xfrm>
            <a:off x="1396169" y="2912533"/>
            <a:ext cx="35144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/>
          <p:nvPr>
            <p:ph type="title"/>
          </p:nvPr>
        </p:nvSpPr>
        <p:spPr>
          <a:xfrm>
            <a:off x="1295399" y="1883832"/>
            <a:ext cx="6241816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aramond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2"/>
          <p:cNvSpPr/>
          <p:nvPr>
            <p:ph idx="2" type="pic"/>
          </p:nvPr>
        </p:nvSpPr>
        <p:spPr>
          <a:xfrm>
            <a:off x="8094831" y="1041400"/>
            <a:ext cx="3063347" cy="4775200"/>
          </a:xfrm>
          <a:prstGeom prst="roundRect">
            <a:avLst>
              <a:gd fmla="val 0" name="adj"/>
            </a:avLst>
          </a:prstGeom>
          <a:noFill/>
          <a:ln cap="flat" cmpd="thickThin" w="5715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81" name="Google Shape;81;p22"/>
          <p:cNvSpPr txBox="1"/>
          <p:nvPr>
            <p:ph idx="1" type="body"/>
          </p:nvPr>
        </p:nvSpPr>
        <p:spPr>
          <a:xfrm>
            <a:off x="1295399" y="3255432"/>
            <a:ext cx="6241816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2070"/>
              <a:buNone/>
              <a:defRPr sz="1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/>
        </p:txBody>
      </p:sp>
      <p:sp>
        <p:nvSpPr>
          <p:cNvPr id="82" name="Google Shape;82;p22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2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3"/>
          <p:cNvSpPr txBox="1"/>
          <p:nvPr>
            <p:ph type="title"/>
          </p:nvPr>
        </p:nvSpPr>
        <p:spPr>
          <a:xfrm>
            <a:off x="1295401" y="4815415"/>
            <a:ext cx="9609666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Garamond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3"/>
          <p:cNvSpPr/>
          <p:nvPr>
            <p:ph idx="2" type="pic"/>
          </p:nvPr>
        </p:nvSpPr>
        <p:spPr>
          <a:xfrm>
            <a:off x="1041427" y="1041399"/>
            <a:ext cx="10105972" cy="3335869"/>
          </a:xfrm>
          <a:prstGeom prst="roundRect">
            <a:avLst>
              <a:gd fmla="val 0" name="adj"/>
            </a:avLst>
          </a:prstGeom>
          <a:noFill/>
          <a:ln cap="flat" cmpd="thickThin" w="5715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840"/>
              <a:buFont typeface="Arial"/>
              <a:buNone/>
              <a:defRPr b="0" i="0" sz="16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88" name="Google Shape;88;p23"/>
          <p:cNvSpPr txBox="1"/>
          <p:nvPr>
            <p:ph idx="1" type="body"/>
          </p:nvPr>
        </p:nvSpPr>
        <p:spPr>
          <a:xfrm>
            <a:off x="1295401" y="5382153"/>
            <a:ext cx="9609666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SzPts val="161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38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1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03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035"/>
              <a:buNone/>
              <a:defRPr sz="900"/>
            </a:lvl9pPr>
          </a:lstStyle>
          <a:p/>
        </p:txBody>
      </p:sp>
      <p:sp>
        <p:nvSpPr>
          <p:cNvPr id="89" name="Google Shape;89;p23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3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4"/>
          <p:cNvSpPr txBox="1"/>
          <p:nvPr>
            <p:ph type="title"/>
          </p:nvPr>
        </p:nvSpPr>
        <p:spPr>
          <a:xfrm>
            <a:off x="1303868" y="982132"/>
            <a:ext cx="9592732" cy="29548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Garamond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4"/>
          <p:cNvSpPr txBox="1"/>
          <p:nvPr>
            <p:ph idx="1" type="body"/>
          </p:nvPr>
        </p:nvSpPr>
        <p:spPr>
          <a:xfrm>
            <a:off x="1303868" y="4343399"/>
            <a:ext cx="9592732" cy="15324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5" name="Google Shape;95;p24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4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cxnSp>
        <p:nvCxnSpPr>
          <p:cNvPr id="98" name="Google Shape;98;p24"/>
          <p:cNvCxnSpPr/>
          <p:nvPr/>
        </p:nvCxnSpPr>
        <p:spPr>
          <a:xfrm>
            <a:off x="1396169" y="4140199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5"/>
          <p:cNvSpPr txBox="1"/>
          <p:nvPr>
            <p:ph type="title"/>
          </p:nvPr>
        </p:nvSpPr>
        <p:spPr>
          <a:xfrm>
            <a:off x="1446213" y="982132"/>
            <a:ext cx="9296398" cy="23706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5"/>
          <p:cNvSpPr txBox="1"/>
          <p:nvPr>
            <p:ph idx="1" type="body"/>
          </p:nvPr>
        </p:nvSpPr>
        <p:spPr>
          <a:xfrm>
            <a:off x="1674812" y="3352800"/>
            <a:ext cx="8839202" cy="5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2300"/>
              <a:buFont typeface="Garamond"/>
              <a:buNone/>
              <a:defRPr sz="20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300"/>
              <a:buFont typeface="Garamond"/>
              <a:buNone/>
              <a:defRPr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070"/>
              <a:buFont typeface="Garamond"/>
              <a:buNone/>
              <a:defRPr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840"/>
              <a:buFont typeface="Garamond"/>
              <a:buNone/>
              <a:defRPr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Font typeface="Garamond"/>
              <a:buNone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102" name="Google Shape;102;p25"/>
          <p:cNvSpPr txBox="1"/>
          <p:nvPr>
            <p:ph idx="2" type="body"/>
          </p:nvPr>
        </p:nvSpPr>
        <p:spPr>
          <a:xfrm>
            <a:off x="1295401" y="4343399"/>
            <a:ext cx="9609666" cy="15324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3" name="Google Shape;103;p25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5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106" name="Google Shape;106;p25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8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/>
          </a:p>
        </p:txBody>
      </p:sp>
      <p:sp>
        <p:nvSpPr>
          <p:cNvPr id="107" name="Google Shape;107;p25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8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/>
          </a:p>
        </p:txBody>
      </p:sp>
      <p:cxnSp>
        <p:nvCxnSpPr>
          <p:cNvPr id="108" name="Google Shape;108;p25"/>
          <p:cNvCxnSpPr/>
          <p:nvPr/>
        </p:nvCxnSpPr>
        <p:spPr>
          <a:xfrm>
            <a:off x="1396169" y="4140199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/>
          <p:nvPr>
            <p:ph type="title"/>
          </p:nvPr>
        </p:nvSpPr>
        <p:spPr>
          <a:xfrm>
            <a:off x="1295402" y="3308581"/>
            <a:ext cx="9609668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Garamond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6"/>
          <p:cNvSpPr txBox="1"/>
          <p:nvPr>
            <p:ph idx="1" type="body"/>
          </p:nvPr>
        </p:nvSpPr>
        <p:spPr>
          <a:xfrm>
            <a:off x="1295401" y="4777381"/>
            <a:ext cx="96096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3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2" name="Google Shape;112;p26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6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6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7"/>
          <p:cNvSpPr txBox="1"/>
          <p:nvPr>
            <p:ph type="title"/>
          </p:nvPr>
        </p:nvSpPr>
        <p:spPr>
          <a:xfrm>
            <a:off x="1446213" y="982132"/>
            <a:ext cx="9296398" cy="22436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aramond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7"/>
          <p:cNvSpPr txBox="1"/>
          <p:nvPr>
            <p:ph idx="1" type="body"/>
          </p:nvPr>
        </p:nvSpPr>
        <p:spPr>
          <a:xfrm>
            <a:off x="1295401" y="3639312"/>
            <a:ext cx="9609668" cy="8869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276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8" name="Google Shape;118;p27"/>
          <p:cNvSpPr txBox="1"/>
          <p:nvPr>
            <p:ph idx="2" type="body"/>
          </p:nvPr>
        </p:nvSpPr>
        <p:spPr>
          <a:xfrm>
            <a:off x="1295401" y="4529667"/>
            <a:ext cx="9609668" cy="1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9" name="Google Shape;119;p27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7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7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122" name="Google Shape;122;p27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8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“</a:t>
            </a:r>
            <a:endParaRPr/>
          </a:p>
        </p:txBody>
      </p:sp>
      <p:sp>
        <p:nvSpPr>
          <p:cNvPr id="123" name="Google Shape;123;p27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A" sz="8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”</a:t>
            </a:r>
            <a:endParaRPr/>
          </a:p>
        </p:txBody>
      </p:sp>
      <p:cxnSp>
        <p:nvCxnSpPr>
          <p:cNvPr id="124" name="Google Shape;124;p27"/>
          <p:cNvCxnSpPr/>
          <p:nvPr/>
        </p:nvCxnSpPr>
        <p:spPr>
          <a:xfrm>
            <a:off x="1396169" y="3429000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8"/>
          <p:cNvSpPr txBox="1"/>
          <p:nvPr>
            <p:ph type="title"/>
          </p:nvPr>
        </p:nvSpPr>
        <p:spPr>
          <a:xfrm>
            <a:off x="1295401" y="982132"/>
            <a:ext cx="9609666" cy="22436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8"/>
          <p:cNvSpPr txBox="1"/>
          <p:nvPr>
            <p:ph idx="1" type="body"/>
          </p:nvPr>
        </p:nvSpPr>
        <p:spPr>
          <a:xfrm>
            <a:off x="1295401" y="3630168"/>
            <a:ext cx="9609668" cy="841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3220"/>
              <a:buNone/>
              <a:defRPr sz="2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8" name="Google Shape;128;p28"/>
          <p:cNvSpPr txBox="1"/>
          <p:nvPr>
            <p:ph idx="2" type="body"/>
          </p:nvPr>
        </p:nvSpPr>
        <p:spPr>
          <a:xfrm>
            <a:off x="1295400" y="4470399"/>
            <a:ext cx="9609670" cy="1405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207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7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61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9" name="Google Shape;129;p28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8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8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cxnSp>
        <p:nvCxnSpPr>
          <p:cNvPr id="132" name="Google Shape;132;p28"/>
          <p:cNvCxnSpPr/>
          <p:nvPr/>
        </p:nvCxnSpPr>
        <p:spPr>
          <a:xfrm>
            <a:off x="1396169" y="3429000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9"/>
          <p:cNvSpPr txBox="1"/>
          <p:nvPr>
            <p:ph idx="1" type="body"/>
          </p:nvPr>
        </p:nvSpPr>
        <p:spPr>
          <a:xfrm rot="5400000">
            <a:off x="4436531" y="-584198"/>
            <a:ext cx="3318936" cy="9601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136" name="Google Shape;136;p29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9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9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cxnSp>
        <p:nvCxnSpPr>
          <p:cNvPr id="139" name="Google Shape;139;p29"/>
          <p:cNvCxnSpPr/>
          <p:nvPr/>
        </p:nvCxnSpPr>
        <p:spPr>
          <a:xfrm>
            <a:off x="1396169" y="2421466"/>
            <a:ext cx="9407298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0"/>
          <p:cNvSpPr txBox="1"/>
          <p:nvPr>
            <p:ph type="title"/>
          </p:nvPr>
        </p:nvSpPr>
        <p:spPr>
          <a:xfrm rot="5400000">
            <a:off x="7497936" y="2483551"/>
            <a:ext cx="4893735" cy="1890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0"/>
          <p:cNvSpPr txBox="1"/>
          <p:nvPr>
            <p:ph idx="1" type="body"/>
          </p:nvPr>
        </p:nvSpPr>
        <p:spPr>
          <a:xfrm rot="5400000">
            <a:off x="2565043" y="-287513"/>
            <a:ext cx="4893734" cy="7433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0045" lvl="0" marL="457200" algn="l">
              <a:spcBef>
                <a:spcPts val="360"/>
              </a:spcBef>
              <a:spcAft>
                <a:spcPts val="0"/>
              </a:spcAft>
              <a:buSzPts val="2070"/>
              <a:buChar char="•"/>
              <a:defRPr/>
            </a:lvl1pPr>
            <a:lvl2pPr indent="-360044" lvl="1" marL="914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2pPr>
            <a:lvl3pPr indent="-360044" lvl="2" marL="1371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3pPr>
            <a:lvl4pPr indent="-360044" lvl="3" marL="18288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4pPr>
            <a:lvl5pPr indent="-360045" lvl="4" marL="22860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5pPr>
            <a:lvl6pPr indent="-360045" lvl="5" marL="27432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6pPr>
            <a:lvl7pPr indent="-360045" lvl="6" marL="32004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7pPr>
            <a:lvl8pPr indent="-360045" lvl="7" marL="3657600" algn="l">
              <a:spcBef>
                <a:spcPts val="600"/>
              </a:spcBef>
              <a:spcAft>
                <a:spcPts val="0"/>
              </a:spcAft>
              <a:buSzPts val="2070"/>
              <a:buChar char="•"/>
              <a:defRPr/>
            </a:lvl8pPr>
            <a:lvl9pPr indent="-360045" lvl="8" marL="4114800" algn="l">
              <a:spcBef>
                <a:spcPts val="600"/>
              </a:spcBef>
              <a:spcAft>
                <a:spcPts val="600"/>
              </a:spcAft>
              <a:buSzPts val="2070"/>
              <a:buChar char="•"/>
              <a:defRPr/>
            </a:lvl9pPr>
          </a:lstStyle>
          <a:p/>
        </p:txBody>
      </p:sp>
      <p:sp>
        <p:nvSpPr>
          <p:cNvPr id="143" name="Google Shape;143;p30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30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30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cxnSp>
        <p:nvCxnSpPr>
          <p:cNvPr id="146" name="Google Shape;146;p30"/>
          <p:cNvCxnSpPr/>
          <p:nvPr/>
        </p:nvCxnSpPr>
        <p:spPr>
          <a:xfrm>
            <a:off x="8863890" y="990600"/>
            <a:ext cx="0" cy="487680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21" Type="http://schemas.openxmlformats.org/officeDocument/2006/relationships/theme" Target="../theme/theme2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4.jpg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7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6.xml"/><Relationship Id="rId6" Type="http://schemas.openxmlformats.org/officeDocument/2006/relationships/slideLayout" Target="../slideLayouts/slideLayout3.xml"/><Relationship Id="rId18" Type="http://schemas.openxmlformats.org/officeDocument/2006/relationships/slideLayout" Target="../slideLayouts/slideLayout15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3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descr="HD-PanelContent.png" id="7" name="Google Shape;7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88825" cy="68562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8;p13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cap="flat" cmpd="sng" w="1587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HDRibbonContent-UniformTrim.png" id="9" name="Google Shape;9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DRibbonContent-UniformTrim.png" id="10" name="Google Shape;10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" name="Google Shape;11;p13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  <a:defRPr b="0" i="0" sz="4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386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760"/>
              <a:buFont typeface="Arial"/>
              <a:buChar char="•"/>
              <a:defRPr b="0" i="0" sz="2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-37465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Arial"/>
              <a:buChar char="•"/>
              <a:defRPr b="0" i="0" sz="20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-360044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70"/>
              <a:buFont typeface="Arial"/>
              <a:buChar char="•"/>
              <a:defRPr b="0" i="0" sz="18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-345439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4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-330835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-330835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-330835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-330834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-330834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610"/>
              <a:buFont typeface="Arial"/>
              <a:buChar char="•"/>
              <a:defRPr b="0" i="0" sz="1400" u="none" cap="none" strike="noStrike">
                <a:solidFill>
                  <a:srgbClr val="262626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0" type="dt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1" type="ftr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5" name="Google Shape;15;p13"/>
          <p:cNvSpPr txBox="1"/>
          <p:nvPr>
            <p:ph idx="12" type="sldNum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  <p:sldLayoutId id="2147483663" r:id="rId18"/>
    <p:sldLayoutId id="2147483664" r:id="rId19"/>
    <p:sldLayoutId id="2147483665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"/>
          <p:cNvSpPr txBox="1"/>
          <p:nvPr>
            <p:ph type="ctrTitle"/>
          </p:nvPr>
        </p:nvSpPr>
        <p:spPr>
          <a:xfrm>
            <a:off x="2692398" y="1871131"/>
            <a:ext cx="6815669" cy="15155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Garamond"/>
              <a:buNone/>
            </a:pPr>
            <a:r>
              <a:rPr lang="en-CA"/>
              <a:t>Array</a:t>
            </a:r>
            <a:endParaRPr/>
          </a:p>
        </p:txBody>
      </p:sp>
      <p:sp>
        <p:nvSpPr>
          <p:cNvPr id="152" name="Google Shape;152;p1"/>
          <p:cNvSpPr txBox="1"/>
          <p:nvPr>
            <p:ph idx="1" type="subTitle"/>
          </p:nvPr>
        </p:nvSpPr>
        <p:spPr>
          <a:xfrm>
            <a:off x="2692398" y="3657597"/>
            <a:ext cx="6815669" cy="13208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415"/>
              <a:buNone/>
            </a:pPr>
            <a:r>
              <a:rPr lang="en-CA"/>
              <a:t>Mr. Kwan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CA"/>
              <a:t>What is an array?</a:t>
            </a:r>
            <a:endParaRPr/>
          </a:p>
        </p:txBody>
      </p:sp>
      <p:sp>
        <p:nvSpPr>
          <p:cNvPr id="158" name="Google Shape;158;p2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CA"/>
              <a:t>Array is a data from that can hold several values, all of them within one type</a:t>
            </a:r>
            <a:endParaRPr/>
          </a:p>
          <a:p>
            <a:pPr indent="-110490" lvl="0" marL="285750" rtl="0" algn="l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t/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CA"/>
              <a:t>To create an array, you need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CA"/>
              <a:t>1)The type of value to be stored in the array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CA"/>
              <a:t>2) Name of the array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CA"/>
              <a:t>3) Number of elements in the array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CA"/>
              <a:t>Introducing Arrays</a:t>
            </a:r>
            <a:endParaRPr/>
          </a:p>
        </p:txBody>
      </p:sp>
      <p:sp>
        <p:nvSpPr>
          <p:cNvPr id="164" name="Google Shape;164;p3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CA"/>
              <a:t>Example: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CA"/>
              <a:t>int week[7];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CA"/>
              <a:t>typeName arrayname[arraySize];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CA"/>
              <a:t>int x;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CA"/>
              <a:t>cin&gt;&gt;x;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CA"/>
              <a:t>int a[x]; //You could do that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CA"/>
              <a:t>Subscript</a:t>
            </a:r>
            <a:endParaRPr/>
          </a:p>
        </p:txBody>
      </p:sp>
      <p:sp>
        <p:nvSpPr>
          <p:cNvPr id="170" name="Google Shape;170;p4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CA"/>
              <a:t>Imagine we have an array of the following: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CA"/>
              <a:t>int number_range[5];</a:t>
            </a:r>
            <a:endParaRPr/>
          </a:p>
          <a:p>
            <a:pPr indent="-110490" lvl="0" marL="285750" rtl="0" algn="l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t/>
            </a:r>
            <a:endParaRPr/>
          </a:p>
          <a:p>
            <a:pPr indent="-110490" lvl="0" marL="285750" rtl="0" algn="l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t/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CA"/>
              <a:t>The subscript will be from 0 to 4!!!</a:t>
            </a:r>
            <a:endParaRPr/>
          </a:p>
        </p:txBody>
      </p:sp>
      <p:graphicFrame>
        <p:nvGraphicFramePr>
          <p:cNvPr id="171" name="Google Shape;171;p4"/>
          <p:cNvGraphicFramePr/>
          <p:nvPr/>
        </p:nvGraphicFramePr>
        <p:xfrm>
          <a:off x="2286000" y="40978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{D75C5118-76AE-4360-8ACD-8CB578E28453}</a:tableStyleId>
              </a:tblPr>
              <a:tblGrid>
                <a:gridCol w="1625600"/>
                <a:gridCol w="1625600"/>
                <a:gridCol w="1625600"/>
                <a:gridCol w="1625600"/>
                <a:gridCol w="1625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CA"/>
              <a:t>Subscript (Cont’d)</a:t>
            </a:r>
            <a:endParaRPr/>
          </a:p>
        </p:txBody>
      </p:sp>
      <p:sp>
        <p:nvSpPr>
          <p:cNvPr id="177" name="Google Shape;177;p5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CA"/>
              <a:t>Therefore if we have the following: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CA"/>
              <a:t>int range_number[5];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CA"/>
              <a:t>And the content:</a:t>
            </a:r>
            <a:endParaRPr/>
          </a:p>
          <a:p>
            <a:pPr indent="-110490" lvl="0" marL="285750" rtl="0" algn="l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t/>
            </a:r>
            <a:endParaRPr/>
          </a:p>
          <a:p>
            <a:pPr indent="-110490" lvl="0" marL="285750" rtl="0" algn="l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t/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CA"/>
              <a:t>range_number[0] would be 3, and range_number[4] would be 0, and range_number[5] would be wrong</a:t>
            </a:r>
            <a:endParaRPr/>
          </a:p>
          <a:p>
            <a:pPr indent="-110490" lvl="0" marL="285750" rtl="0" algn="l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t/>
            </a:r>
            <a:endParaRPr/>
          </a:p>
        </p:txBody>
      </p:sp>
      <p:graphicFrame>
        <p:nvGraphicFramePr>
          <p:cNvPr id="178" name="Google Shape;178;p5"/>
          <p:cNvGraphicFramePr/>
          <p:nvPr/>
        </p:nvGraphicFramePr>
        <p:xfrm>
          <a:off x="2159000" y="43518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{D75C5118-76AE-4360-8ACD-8CB578E28453}</a:tableStyleId>
              </a:tblPr>
              <a:tblGrid>
                <a:gridCol w="1625600"/>
                <a:gridCol w="1625600"/>
                <a:gridCol w="1625600"/>
                <a:gridCol w="1625600"/>
                <a:gridCol w="1625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/>
                        <a:t>3</a:t>
                      </a:r>
                      <a:r>
                        <a:rPr lang="en-CA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>
                          <a:solidFill>
                            <a:schemeClr val="dk1"/>
                          </a:solidFill>
                        </a:rPr>
                        <a:t>78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>
                          <a:solidFill>
                            <a:schemeClr val="dk1"/>
                          </a:solidFill>
                        </a:rPr>
                        <a:t>43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>
                          <a:solidFill>
                            <a:schemeClr val="dk1"/>
                          </a:solidFill>
                        </a:rPr>
                        <a:t>-21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800">
                          <a:solidFill>
                            <a:schemeClr val="dk1"/>
                          </a:solidFill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CA"/>
              <a:t>Initialization for arrays</a:t>
            </a:r>
            <a:endParaRPr/>
          </a:p>
        </p:txBody>
      </p:sp>
      <p:sp>
        <p:nvSpPr>
          <p:cNvPr id="184" name="Google Shape;184;p6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CA"/>
              <a:t>int cards[4]={1, 4, 6, 7} //good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CA"/>
              <a:t>int hand[4]; //good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CA"/>
              <a:t>hand[4]={5, 4, 6, 2} //not allowed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CA"/>
              <a:t>hand=cards; //not allowed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CA"/>
              <a:t>Warm up questions: How to do example 3 and 4 properly?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CA"/>
              <a:t>Further detail of array</a:t>
            </a:r>
            <a:endParaRPr/>
          </a:p>
        </p:txBody>
      </p:sp>
      <p:sp>
        <p:nvSpPr>
          <p:cNvPr id="190" name="Google Shape;190;p7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CA"/>
              <a:t>When initializing the array, you could provide fewer values than the “slot” of the array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CA"/>
              <a:t>float num[6]={4.2, 8.5} rest of the entries will be 0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CA"/>
              <a:t>int number[10]={0} all entries will be 0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CA"/>
              <a:t>But you can’t do cin&gt;&gt;x; int number[x]={0}, this is because when it is complied, the value of x has not been decided yet, so complier does not know what to do with it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CA"/>
              <a:t>Passing array to a function</a:t>
            </a:r>
            <a:endParaRPr/>
          </a:p>
        </p:txBody>
      </p:sp>
      <p:sp>
        <p:nvSpPr>
          <p:cNvPr id="196" name="Google Shape;196;p8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CA"/>
              <a:t>Remember, the content of the array </a:t>
            </a:r>
            <a:r>
              <a:rPr b="1" lang="en-CA"/>
              <a:t>can be changed</a:t>
            </a:r>
            <a:r>
              <a:rPr lang="en-CA"/>
              <a:t> inside the function!! (unlike passing value to a function, which the content </a:t>
            </a:r>
            <a:r>
              <a:rPr b="1" lang="en-CA"/>
              <a:t>will not be changed</a:t>
            </a:r>
            <a:r>
              <a:rPr lang="en-CA"/>
              <a:t>🡪 will be tested)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CA"/>
              <a:t>Should you need to pass an array to a function, here is what you have to do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CA"/>
              <a:t>Continued</a:t>
            </a:r>
            <a:endParaRPr/>
          </a:p>
        </p:txBody>
      </p:sp>
      <p:sp>
        <p:nvSpPr>
          <p:cNvPr id="202" name="Google Shape;202;p9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CA"/>
              <a:t>Function declaration (above main)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CA"/>
              <a:t>Example: should you not need to return anything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CA"/>
              <a:t>void array_example (int a[ ]);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CA"/>
              <a:t>Continued</a:t>
            </a:r>
            <a:endParaRPr/>
          </a:p>
        </p:txBody>
      </p:sp>
      <p:sp>
        <p:nvSpPr>
          <p:cNvPr id="208" name="Google Shape;208;p10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CA"/>
              <a:t>Inside main, when calling a function: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CA"/>
              <a:t>int a[10];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CA"/>
              <a:t>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CA"/>
              <a:t>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CA"/>
              <a:t>array_example(a); //no [ ] !!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CA"/>
              <a:t>Continued</a:t>
            </a:r>
            <a:endParaRPr/>
          </a:p>
        </p:txBody>
      </p:sp>
      <p:sp>
        <p:nvSpPr>
          <p:cNvPr id="214" name="Google Shape;214;p11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CA"/>
              <a:t>Function implementation (after main)</a:t>
            </a:r>
            <a:endParaRPr/>
          </a:p>
          <a:p>
            <a:pPr indent="-110490" lvl="0" marL="285750" rtl="0" algn="l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t/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CA"/>
              <a:t>void array_example(int a[ ]){</a:t>
            </a:r>
            <a:endParaRPr/>
          </a:p>
          <a:p>
            <a:pPr indent="-110490" lvl="0" marL="285750" rtl="0" algn="l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t/>
            </a:r>
            <a:endParaRPr/>
          </a:p>
          <a:p>
            <a:pPr indent="-110490" lvl="0" marL="285750" rtl="0" algn="l">
              <a:spcBef>
                <a:spcPts val="1080"/>
              </a:spcBef>
              <a:spcAft>
                <a:spcPts val="0"/>
              </a:spcAft>
              <a:buSzPts val="2760"/>
              <a:buNone/>
            </a:pPr>
            <a:r>
              <a:t/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2760"/>
              <a:buChar char="•"/>
            </a:pPr>
            <a:r>
              <a:rPr lang="en-CA"/>
              <a:t>}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"/>
          <p:cNvSpPr txBox="1"/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Garamond"/>
              <a:buNone/>
            </a:pPr>
            <a:r>
              <a:rPr lang="en-CA"/>
              <a:t>Further reading</a:t>
            </a:r>
            <a:endParaRPr/>
          </a:p>
        </p:txBody>
      </p:sp>
      <p:sp>
        <p:nvSpPr>
          <p:cNvPr id="220" name="Google Shape;220;p12"/>
          <p:cNvSpPr txBox="1"/>
          <p:nvPr>
            <p:ph idx="1" type="body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2760"/>
              <a:buChar char="•"/>
            </a:pPr>
            <a:r>
              <a:rPr lang="en-CA"/>
              <a:t>Please check all the examples in google classroom!! (Under Lesson🡪 Array)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rganic">
  <a:themeElements>
    <a:clrScheme name="Organic">
      <a:dk1>
        <a:srgbClr val="000000"/>
      </a:dk1>
      <a:lt1>
        <a:srgbClr val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2017-09-13T11:40:29Z</dcterms:created>
  <dc:creator>Kwan, Chi Tat</dc:creator>
</cp:coreProperties>
</file>