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6858000" cx="12192000"/>
  <p:notesSz cx="6858000" cy="9144000"/>
  <p:embeddedFontLst>
    <p:embeddedFont>
      <p:font typeface="Garamond"/>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22" roundtripDataSignature="AMtx7mgLEVWgAqz6AeVyRl3+IzA/zk5jB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Garamond-italic.fntdata"/><Relationship Id="rId11" Type="http://schemas.openxmlformats.org/officeDocument/2006/relationships/slide" Target="slides/slide7.xml"/><Relationship Id="rId22" Type="http://customschemas.google.com/relationships/presentationmetadata" Target="metadata"/><Relationship Id="rId10" Type="http://schemas.openxmlformats.org/officeDocument/2006/relationships/slide" Target="slides/slide6.xml"/><Relationship Id="rId21" Type="http://schemas.openxmlformats.org/officeDocument/2006/relationships/font" Target="fonts/Garamond-boldItalic.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Garamond-bold.fntdata"/><Relationship Id="rId6" Type="http://schemas.openxmlformats.org/officeDocument/2006/relationships/slide" Target="slides/slide2.xml"/><Relationship Id="rId18" Type="http://schemas.openxmlformats.org/officeDocument/2006/relationships/font" Target="fonts/Garamond-regular.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6" name="Shape 16"/>
        <p:cNvGrpSpPr/>
        <p:nvPr/>
      </p:nvGrpSpPr>
      <p:grpSpPr>
        <a:xfrm>
          <a:off x="0" y="0"/>
          <a:ext cx="0" cy="0"/>
          <a:chOff x="0" y="0"/>
          <a:chExt cx="0" cy="0"/>
        </a:xfrm>
      </p:grpSpPr>
      <p:grpSp>
        <p:nvGrpSpPr>
          <p:cNvPr id="17" name="Google Shape;17;p15"/>
          <p:cNvGrpSpPr/>
          <p:nvPr/>
        </p:nvGrpSpPr>
        <p:grpSpPr>
          <a:xfrm>
            <a:off x="-16934" y="0"/>
            <a:ext cx="12231160" cy="6856214"/>
            <a:chOff x="-16934" y="0"/>
            <a:chExt cx="12231160" cy="6856214"/>
          </a:xfrm>
        </p:grpSpPr>
        <p:pic>
          <p:nvPicPr>
            <p:cNvPr descr="HD-PanelTitleR1.png" id="18" name="Google Shape;18;p15"/>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19" name="Google Shape;19;p15"/>
            <p:cNvSpPr/>
            <p:nvPr/>
          </p:nvSpPr>
          <p:spPr>
            <a:xfrm>
              <a:off x="2328332" y="1540931"/>
              <a:ext cx="7543802" cy="3835401"/>
            </a:xfrm>
            <a:prstGeom prst="rect">
              <a:avLst/>
            </a:prstGeom>
            <a:noFill/>
            <a:ln cap="flat" cmpd="sng" w="15875">
              <a:solidFill>
                <a:schemeClr val="accen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DRibbonTitle-UniformTrim.png" id="20" name="Google Shape;20;p15"/>
            <p:cNvPicPr preferRelativeResize="0"/>
            <p:nvPr/>
          </p:nvPicPr>
          <p:blipFill rotWithShape="1">
            <a:blip r:embed="rId3">
              <a:alphaModFix/>
            </a:blip>
            <a:srcRect b="0" l="0" r="0" t="0"/>
            <a:stretch/>
          </p:blipFill>
          <p:spPr>
            <a:xfrm>
              <a:off x="-16934" y="3147609"/>
              <a:ext cx="2478024" cy="612648"/>
            </a:xfrm>
            <a:prstGeom prst="rect">
              <a:avLst/>
            </a:prstGeom>
            <a:noFill/>
            <a:ln>
              <a:noFill/>
            </a:ln>
          </p:spPr>
        </p:pic>
        <p:pic>
          <p:nvPicPr>
            <p:cNvPr descr="HDRibbonTitle-UniformTrim.png" id="21" name="Google Shape;21;p15"/>
            <p:cNvPicPr preferRelativeResize="0"/>
            <p:nvPr/>
          </p:nvPicPr>
          <p:blipFill rotWithShape="1">
            <a:blip r:embed="rId3">
              <a:alphaModFix/>
            </a:blip>
            <a:srcRect b="0" l="0" r="0" t="0"/>
            <a:stretch/>
          </p:blipFill>
          <p:spPr>
            <a:xfrm>
              <a:off x="9736202" y="3147609"/>
              <a:ext cx="2478024" cy="612648"/>
            </a:xfrm>
            <a:prstGeom prst="rect">
              <a:avLst/>
            </a:prstGeom>
            <a:noFill/>
            <a:ln>
              <a:noFill/>
            </a:ln>
          </p:spPr>
        </p:pic>
      </p:grpSp>
      <p:sp>
        <p:nvSpPr>
          <p:cNvPr id="22" name="Google Shape;22;p15"/>
          <p:cNvSpPr txBox="1"/>
          <p:nvPr>
            <p:ph type="ctrTitle"/>
          </p:nvPr>
        </p:nvSpPr>
        <p:spPr>
          <a:xfrm>
            <a:off x="2692398" y="1871131"/>
            <a:ext cx="6815669" cy="1515533"/>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Clr>
                <a:srgbClr val="262626"/>
              </a:buClr>
              <a:buSzPts val="5400"/>
              <a:buFont typeface="Garamond"/>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5"/>
          <p:cNvSpPr txBox="1"/>
          <p:nvPr>
            <p:ph idx="1" type="subTitle"/>
          </p:nvPr>
        </p:nvSpPr>
        <p:spPr>
          <a:xfrm>
            <a:off x="2692398" y="3657597"/>
            <a:ext cx="6815669" cy="1320802"/>
          </a:xfrm>
          <a:prstGeom prst="rect">
            <a:avLst/>
          </a:prstGeom>
          <a:noFill/>
          <a:ln>
            <a:noFill/>
          </a:ln>
        </p:spPr>
        <p:txBody>
          <a:bodyPr anchorCtr="0" anchor="t" bIns="45700" lIns="91425" spcFirstLastPara="1" rIns="91425" wrap="square" tIns="45700">
            <a:normAutofit/>
          </a:bodyPr>
          <a:lstStyle>
            <a:lvl1pPr lvl="0" algn="ctr">
              <a:spcBef>
                <a:spcPts val="420"/>
              </a:spcBef>
              <a:spcAft>
                <a:spcPts val="0"/>
              </a:spcAft>
              <a:buSzPts val="2415"/>
              <a:buNone/>
              <a:defRPr sz="2100">
                <a:solidFill>
                  <a:schemeClr val="dk1"/>
                </a:solidFill>
              </a:defRPr>
            </a:lvl1pPr>
            <a:lvl2pPr lvl="1" algn="ctr">
              <a:spcBef>
                <a:spcPts val="600"/>
              </a:spcBef>
              <a:spcAft>
                <a:spcPts val="0"/>
              </a:spcAft>
              <a:buSzPts val="2300"/>
              <a:buNone/>
              <a:defRPr>
                <a:solidFill>
                  <a:srgbClr val="888888"/>
                </a:solidFill>
              </a:defRPr>
            </a:lvl2pPr>
            <a:lvl3pPr lvl="2" algn="ctr">
              <a:spcBef>
                <a:spcPts val="600"/>
              </a:spcBef>
              <a:spcAft>
                <a:spcPts val="0"/>
              </a:spcAft>
              <a:buSzPts val="2070"/>
              <a:buNone/>
              <a:defRPr>
                <a:solidFill>
                  <a:srgbClr val="888888"/>
                </a:solidFill>
              </a:defRPr>
            </a:lvl3pPr>
            <a:lvl4pPr lvl="3" algn="ctr">
              <a:spcBef>
                <a:spcPts val="600"/>
              </a:spcBef>
              <a:spcAft>
                <a:spcPts val="0"/>
              </a:spcAft>
              <a:buSzPts val="1840"/>
              <a:buNone/>
              <a:defRPr>
                <a:solidFill>
                  <a:srgbClr val="888888"/>
                </a:solidFill>
              </a:defRPr>
            </a:lvl4pPr>
            <a:lvl5pPr lvl="4" algn="ctr">
              <a:spcBef>
                <a:spcPts val="600"/>
              </a:spcBef>
              <a:spcAft>
                <a:spcPts val="0"/>
              </a:spcAft>
              <a:buSzPts val="1610"/>
              <a:buNone/>
              <a:defRPr>
                <a:solidFill>
                  <a:srgbClr val="888888"/>
                </a:solidFill>
              </a:defRPr>
            </a:lvl5pPr>
            <a:lvl6pPr lvl="5" algn="ctr">
              <a:spcBef>
                <a:spcPts val="600"/>
              </a:spcBef>
              <a:spcAft>
                <a:spcPts val="0"/>
              </a:spcAft>
              <a:buSzPts val="1610"/>
              <a:buNone/>
              <a:defRPr>
                <a:solidFill>
                  <a:srgbClr val="888888"/>
                </a:solidFill>
              </a:defRPr>
            </a:lvl6pPr>
            <a:lvl7pPr lvl="6" algn="ctr">
              <a:spcBef>
                <a:spcPts val="600"/>
              </a:spcBef>
              <a:spcAft>
                <a:spcPts val="0"/>
              </a:spcAft>
              <a:buSzPts val="1610"/>
              <a:buNone/>
              <a:defRPr>
                <a:solidFill>
                  <a:srgbClr val="888888"/>
                </a:solidFill>
              </a:defRPr>
            </a:lvl7pPr>
            <a:lvl8pPr lvl="7" algn="ctr">
              <a:spcBef>
                <a:spcPts val="600"/>
              </a:spcBef>
              <a:spcAft>
                <a:spcPts val="0"/>
              </a:spcAft>
              <a:buSzPts val="1610"/>
              <a:buNone/>
              <a:defRPr>
                <a:solidFill>
                  <a:srgbClr val="888888"/>
                </a:solidFill>
              </a:defRPr>
            </a:lvl8pPr>
            <a:lvl9pPr lvl="8" algn="ctr">
              <a:spcBef>
                <a:spcPts val="600"/>
              </a:spcBef>
              <a:spcAft>
                <a:spcPts val="600"/>
              </a:spcAft>
              <a:buSzPts val="1610"/>
              <a:buNone/>
              <a:defRPr>
                <a:solidFill>
                  <a:srgbClr val="888888"/>
                </a:solidFill>
              </a:defRPr>
            </a:lvl9pPr>
          </a:lstStyle>
          <a:p/>
        </p:txBody>
      </p:sp>
      <p:sp>
        <p:nvSpPr>
          <p:cNvPr id="24" name="Google Shape;24;p15"/>
          <p:cNvSpPr txBox="1"/>
          <p:nvPr>
            <p:ph idx="10" type="dt"/>
          </p:nvPr>
        </p:nvSpPr>
        <p:spPr>
          <a:xfrm>
            <a:off x="7983232" y="5037663"/>
            <a:ext cx="897467"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5"/>
          <p:cNvSpPr txBox="1"/>
          <p:nvPr>
            <p:ph idx="11" type="ftr"/>
          </p:nvPr>
        </p:nvSpPr>
        <p:spPr>
          <a:xfrm>
            <a:off x="2692397" y="5037663"/>
            <a:ext cx="5214635"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5"/>
          <p:cNvSpPr txBox="1"/>
          <p:nvPr>
            <p:ph idx="12" type="sldNum"/>
          </p:nvPr>
        </p:nvSpPr>
        <p:spPr>
          <a:xfrm>
            <a:off x="8956900" y="5037663"/>
            <a:ext cx="55116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cxnSp>
        <p:nvCxnSpPr>
          <p:cNvPr id="27" name="Google Shape;27;p15"/>
          <p:cNvCxnSpPr/>
          <p:nvPr/>
        </p:nvCxnSpPr>
        <p:spPr>
          <a:xfrm>
            <a:off x="2692399" y="3522131"/>
            <a:ext cx="681566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cxnSp>
        <p:nvCxnSpPr>
          <p:cNvPr id="29" name="Google Shape;29;p16"/>
          <p:cNvCxnSpPr/>
          <p:nvPr/>
        </p:nvCxnSpPr>
        <p:spPr>
          <a:xfrm>
            <a:off x="1396169" y="2421466"/>
            <a:ext cx="9407298" cy="0"/>
          </a:xfrm>
          <a:prstGeom prst="straightConnector1">
            <a:avLst/>
          </a:prstGeom>
          <a:noFill/>
          <a:ln cap="flat" cmpd="sng" w="15875">
            <a:solidFill>
              <a:schemeClr val="accent1"/>
            </a:solidFill>
            <a:prstDash val="solid"/>
            <a:round/>
            <a:headEnd len="sm" w="sm" type="none"/>
            <a:tailEnd len="sm" w="sm" type="none"/>
          </a:ln>
        </p:spPr>
      </p:cxnSp>
      <p:sp>
        <p:nvSpPr>
          <p:cNvPr id="30" name="Google Shape;30;p16"/>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6"/>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32" name="Google Shape;32;p16"/>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6"/>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6"/>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5" name="Shape 35"/>
        <p:cNvGrpSpPr/>
        <p:nvPr/>
      </p:nvGrpSpPr>
      <p:grpSpPr>
        <a:xfrm>
          <a:off x="0" y="0"/>
          <a:ext cx="0" cy="0"/>
          <a:chOff x="0" y="0"/>
          <a:chExt cx="0" cy="0"/>
        </a:xfrm>
      </p:grpSpPr>
      <p:sp>
        <p:nvSpPr>
          <p:cNvPr id="36" name="Google Shape;36;p17"/>
          <p:cNvSpPr txBox="1"/>
          <p:nvPr>
            <p:ph type="title"/>
          </p:nvPr>
        </p:nvSpPr>
        <p:spPr>
          <a:xfrm>
            <a:off x="2015069" y="1752606"/>
            <a:ext cx="8158688" cy="1822514"/>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rgbClr val="262626"/>
              </a:buClr>
              <a:buSzPts val="4400"/>
              <a:buFont typeface="Garamond"/>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7"/>
          <p:cNvSpPr txBox="1"/>
          <p:nvPr>
            <p:ph idx="1" type="body"/>
          </p:nvPr>
        </p:nvSpPr>
        <p:spPr>
          <a:xfrm>
            <a:off x="2015067" y="3846051"/>
            <a:ext cx="8158690" cy="954547"/>
          </a:xfrm>
          <a:prstGeom prst="rect">
            <a:avLst/>
          </a:prstGeom>
          <a:noFill/>
          <a:ln>
            <a:noFill/>
          </a:ln>
        </p:spPr>
        <p:txBody>
          <a:bodyPr anchorCtr="0" anchor="t" bIns="45700" lIns="91425" spcFirstLastPara="1" rIns="91425" wrap="square" tIns="45700">
            <a:normAutofit/>
          </a:bodyPr>
          <a:lstStyle>
            <a:lvl1pPr indent="-228600" lvl="0" marL="457200" algn="ctr">
              <a:spcBef>
                <a:spcPts val="480"/>
              </a:spcBef>
              <a:spcAft>
                <a:spcPts val="0"/>
              </a:spcAft>
              <a:buSzPts val="2760"/>
              <a:buNone/>
              <a:defRPr sz="24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38" name="Google Shape;38;p17"/>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7"/>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7"/>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cxnSp>
        <p:nvCxnSpPr>
          <p:cNvPr id="41" name="Google Shape;41;p17"/>
          <p:cNvCxnSpPr/>
          <p:nvPr/>
        </p:nvCxnSpPr>
        <p:spPr>
          <a:xfrm>
            <a:off x="2012723" y="3710585"/>
            <a:ext cx="8163380"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2" name="Shape 42"/>
        <p:cNvGrpSpPr/>
        <p:nvPr/>
      </p:nvGrpSpPr>
      <p:grpSpPr>
        <a:xfrm>
          <a:off x="0" y="0"/>
          <a:ext cx="0" cy="0"/>
          <a:chOff x="0" y="0"/>
          <a:chExt cx="0" cy="0"/>
        </a:xfrm>
      </p:grpSpPr>
      <p:cxnSp>
        <p:nvCxnSpPr>
          <p:cNvPr id="43" name="Google Shape;43;p18"/>
          <p:cNvCxnSpPr/>
          <p:nvPr/>
        </p:nvCxnSpPr>
        <p:spPr>
          <a:xfrm>
            <a:off x="1396169" y="2421466"/>
            <a:ext cx="9407298" cy="0"/>
          </a:xfrm>
          <a:prstGeom prst="straightConnector1">
            <a:avLst/>
          </a:prstGeom>
          <a:noFill/>
          <a:ln cap="flat" cmpd="sng" w="15875">
            <a:solidFill>
              <a:schemeClr val="accent1"/>
            </a:solidFill>
            <a:prstDash val="solid"/>
            <a:round/>
            <a:headEnd len="sm" w="sm" type="none"/>
            <a:tailEnd len="sm" w="sm" type="none"/>
          </a:ln>
        </p:spPr>
      </p:cxnSp>
      <p:sp>
        <p:nvSpPr>
          <p:cNvPr id="44" name="Google Shape;44;p18"/>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18"/>
          <p:cNvSpPr txBox="1"/>
          <p:nvPr>
            <p:ph idx="1" type="body"/>
          </p:nvPr>
        </p:nvSpPr>
        <p:spPr>
          <a:xfrm>
            <a:off x="1298448" y="2560320"/>
            <a:ext cx="4718304" cy="3310128"/>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46" name="Google Shape;46;p18"/>
          <p:cNvSpPr txBox="1"/>
          <p:nvPr>
            <p:ph idx="2" type="body"/>
          </p:nvPr>
        </p:nvSpPr>
        <p:spPr>
          <a:xfrm>
            <a:off x="6181344" y="2560320"/>
            <a:ext cx="4718304" cy="3310128"/>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47" name="Google Shape;47;p18"/>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8"/>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8"/>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0" name="Shape 50"/>
        <p:cNvGrpSpPr/>
        <p:nvPr/>
      </p:nvGrpSpPr>
      <p:grpSpPr>
        <a:xfrm>
          <a:off x="0" y="0"/>
          <a:ext cx="0" cy="0"/>
          <a:chOff x="0" y="0"/>
          <a:chExt cx="0" cy="0"/>
        </a:xfrm>
      </p:grpSpPr>
      <p:sp>
        <p:nvSpPr>
          <p:cNvPr id="51" name="Google Shape;51;p19"/>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4400"/>
              <a:buFont typeface="Garamond"/>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9"/>
          <p:cNvSpPr txBox="1"/>
          <p:nvPr>
            <p:ph idx="1" type="body"/>
          </p:nvPr>
        </p:nvSpPr>
        <p:spPr>
          <a:xfrm>
            <a:off x="1295400" y="2658533"/>
            <a:ext cx="4718304" cy="576262"/>
          </a:xfrm>
          <a:prstGeom prst="rect">
            <a:avLst/>
          </a:prstGeom>
          <a:noFill/>
          <a:ln>
            <a:noFill/>
          </a:ln>
        </p:spPr>
        <p:txBody>
          <a:bodyPr anchorCtr="0" anchor="b" bIns="45700" lIns="91425" spcFirstLastPara="1" rIns="91425" wrap="square" tIns="45700">
            <a:noAutofit/>
          </a:bodyPr>
          <a:lstStyle>
            <a:lvl1pPr indent="-228600" lvl="0" marL="457200" algn="l">
              <a:spcBef>
                <a:spcPts val="672"/>
              </a:spcBef>
              <a:spcAft>
                <a:spcPts val="0"/>
              </a:spcAft>
              <a:buSzPts val="3220"/>
              <a:buNone/>
              <a:defRPr b="0" sz="2800">
                <a:solidFill>
                  <a:schemeClr val="accent1"/>
                </a:solidFill>
              </a:defRPr>
            </a:lvl1pPr>
            <a:lvl2pPr indent="-228600" lvl="1" marL="914400" algn="l">
              <a:spcBef>
                <a:spcPts val="600"/>
              </a:spcBef>
              <a:spcAft>
                <a:spcPts val="0"/>
              </a:spcAft>
              <a:buSzPts val="2300"/>
              <a:buNone/>
              <a:defRPr b="1" sz="2000"/>
            </a:lvl2pPr>
            <a:lvl3pPr indent="-228600" lvl="2" marL="1371600" algn="l">
              <a:spcBef>
                <a:spcPts val="600"/>
              </a:spcBef>
              <a:spcAft>
                <a:spcPts val="0"/>
              </a:spcAft>
              <a:buSzPts val="2070"/>
              <a:buNone/>
              <a:defRPr b="1" sz="1800"/>
            </a:lvl3pPr>
            <a:lvl4pPr indent="-228600" lvl="3" marL="1828800" algn="l">
              <a:spcBef>
                <a:spcPts val="600"/>
              </a:spcBef>
              <a:spcAft>
                <a:spcPts val="0"/>
              </a:spcAft>
              <a:buSzPts val="1840"/>
              <a:buNone/>
              <a:defRPr b="1" sz="1600"/>
            </a:lvl4pPr>
            <a:lvl5pPr indent="-228600" lvl="4" marL="2286000" algn="l">
              <a:spcBef>
                <a:spcPts val="600"/>
              </a:spcBef>
              <a:spcAft>
                <a:spcPts val="0"/>
              </a:spcAft>
              <a:buSzPts val="1840"/>
              <a:buNone/>
              <a:defRPr b="1" sz="1600"/>
            </a:lvl5pPr>
            <a:lvl6pPr indent="-228600" lvl="5" marL="2743200" algn="l">
              <a:spcBef>
                <a:spcPts val="600"/>
              </a:spcBef>
              <a:spcAft>
                <a:spcPts val="0"/>
              </a:spcAft>
              <a:buSzPts val="1840"/>
              <a:buNone/>
              <a:defRPr b="1" sz="1600"/>
            </a:lvl6pPr>
            <a:lvl7pPr indent="-228600" lvl="6" marL="3200400" algn="l">
              <a:spcBef>
                <a:spcPts val="600"/>
              </a:spcBef>
              <a:spcAft>
                <a:spcPts val="0"/>
              </a:spcAft>
              <a:buSzPts val="1840"/>
              <a:buNone/>
              <a:defRPr b="1" sz="1600"/>
            </a:lvl7pPr>
            <a:lvl8pPr indent="-228600" lvl="7" marL="3657600" algn="l">
              <a:spcBef>
                <a:spcPts val="600"/>
              </a:spcBef>
              <a:spcAft>
                <a:spcPts val="0"/>
              </a:spcAft>
              <a:buSzPts val="1840"/>
              <a:buNone/>
              <a:defRPr b="1" sz="1600"/>
            </a:lvl8pPr>
            <a:lvl9pPr indent="-228600" lvl="8" marL="4114800" algn="l">
              <a:spcBef>
                <a:spcPts val="600"/>
              </a:spcBef>
              <a:spcAft>
                <a:spcPts val="600"/>
              </a:spcAft>
              <a:buSzPts val="1840"/>
              <a:buNone/>
              <a:defRPr b="1" sz="1600"/>
            </a:lvl9pPr>
          </a:lstStyle>
          <a:p/>
        </p:txBody>
      </p:sp>
      <p:sp>
        <p:nvSpPr>
          <p:cNvPr id="53" name="Google Shape;53;p19"/>
          <p:cNvSpPr txBox="1"/>
          <p:nvPr>
            <p:ph idx="2" type="body"/>
          </p:nvPr>
        </p:nvSpPr>
        <p:spPr>
          <a:xfrm>
            <a:off x="1295400" y="3243262"/>
            <a:ext cx="4718304" cy="2632605"/>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54" name="Google Shape;54;p19"/>
          <p:cNvSpPr txBox="1"/>
          <p:nvPr>
            <p:ph idx="3" type="body"/>
          </p:nvPr>
        </p:nvSpPr>
        <p:spPr>
          <a:xfrm>
            <a:off x="6180670" y="2658533"/>
            <a:ext cx="4718304" cy="576262"/>
          </a:xfrm>
          <a:prstGeom prst="rect">
            <a:avLst/>
          </a:prstGeom>
          <a:noFill/>
          <a:ln>
            <a:noFill/>
          </a:ln>
        </p:spPr>
        <p:txBody>
          <a:bodyPr anchorCtr="0" anchor="b" bIns="45700" lIns="91425" spcFirstLastPara="1" rIns="91425" wrap="square" tIns="45700">
            <a:noAutofit/>
          </a:bodyPr>
          <a:lstStyle>
            <a:lvl1pPr indent="-228600" lvl="0" marL="457200" algn="l">
              <a:spcBef>
                <a:spcPts val="672"/>
              </a:spcBef>
              <a:spcAft>
                <a:spcPts val="0"/>
              </a:spcAft>
              <a:buSzPts val="3220"/>
              <a:buNone/>
              <a:defRPr b="0" sz="2800">
                <a:solidFill>
                  <a:schemeClr val="accent1"/>
                </a:solidFill>
              </a:defRPr>
            </a:lvl1pPr>
            <a:lvl2pPr indent="-228600" lvl="1" marL="914400" algn="l">
              <a:spcBef>
                <a:spcPts val="600"/>
              </a:spcBef>
              <a:spcAft>
                <a:spcPts val="0"/>
              </a:spcAft>
              <a:buSzPts val="2300"/>
              <a:buNone/>
              <a:defRPr b="1" sz="2000"/>
            </a:lvl2pPr>
            <a:lvl3pPr indent="-228600" lvl="2" marL="1371600" algn="l">
              <a:spcBef>
                <a:spcPts val="600"/>
              </a:spcBef>
              <a:spcAft>
                <a:spcPts val="0"/>
              </a:spcAft>
              <a:buSzPts val="2070"/>
              <a:buNone/>
              <a:defRPr b="1" sz="1800"/>
            </a:lvl3pPr>
            <a:lvl4pPr indent="-228600" lvl="3" marL="1828800" algn="l">
              <a:spcBef>
                <a:spcPts val="600"/>
              </a:spcBef>
              <a:spcAft>
                <a:spcPts val="0"/>
              </a:spcAft>
              <a:buSzPts val="1840"/>
              <a:buNone/>
              <a:defRPr b="1" sz="1600"/>
            </a:lvl4pPr>
            <a:lvl5pPr indent="-228600" lvl="4" marL="2286000" algn="l">
              <a:spcBef>
                <a:spcPts val="600"/>
              </a:spcBef>
              <a:spcAft>
                <a:spcPts val="0"/>
              </a:spcAft>
              <a:buSzPts val="1840"/>
              <a:buNone/>
              <a:defRPr b="1" sz="1600"/>
            </a:lvl5pPr>
            <a:lvl6pPr indent="-228600" lvl="5" marL="2743200" algn="l">
              <a:spcBef>
                <a:spcPts val="600"/>
              </a:spcBef>
              <a:spcAft>
                <a:spcPts val="0"/>
              </a:spcAft>
              <a:buSzPts val="1840"/>
              <a:buNone/>
              <a:defRPr b="1" sz="1600"/>
            </a:lvl6pPr>
            <a:lvl7pPr indent="-228600" lvl="6" marL="3200400" algn="l">
              <a:spcBef>
                <a:spcPts val="600"/>
              </a:spcBef>
              <a:spcAft>
                <a:spcPts val="0"/>
              </a:spcAft>
              <a:buSzPts val="1840"/>
              <a:buNone/>
              <a:defRPr b="1" sz="1600"/>
            </a:lvl7pPr>
            <a:lvl8pPr indent="-228600" lvl="7" marL="3657600" algn="l">
              <a:spcBef>
                <a:spcPts val="600"/>
              </a:spcBef>
              <a:spcAft>
                <a:spcPts val="0"/>
              </a:spcAft>
              <a:buSzPts val="1840"/>
              <a:buNone/>
              <a:defRPr b="1" sz="1600"/>
            </a:lvl8pPr>
            <a:lvl9pPr indent="-228600" lvl="8" marL="4114800" algn="l">
              <a:spcBef>
                <a:spcPts val="600"/>
              </a:spcBef>
              <a:spcAft>
                <a:spcPts val="600"/>
              </a:spcAft>
              <a:buSzPts val="1840"/>
              <a:buNone/>
              <a:defRPr b="1" sz="1600"/>
            </a:lvl9pPr>
          </a:lstStyle>
          <a:p/>
        </p:txBody>
      </p:sp>
      <p:sp>
        <p:nvSpPr>
          <p:cNvPr id="55" name="Google Shape;55;p19"/>
          <p:cNvSpPr txBox="1"/>
          <p:nvPr>
            <p:ph idx="4" type="body"/>
          </p:nvPr>
        </p:nvSpPr>
        <p:spPr>
          <a:xfrm>
            <a:off x="6180670" y="3243262"/>
            <a:ext cx="4718304" cy="2632605"/>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56" name="Google Shape;56;p19"/>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9"/>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9"/>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cxnSp>
        <p:nvCxnSpPr>
          <p:cNvPr id="59" name="Google Shape;59;p19"/>
          <p:cNvCxnSpPr/>
          <p:nvPr/>
        </p:nvCxnSpPr>
        <p:spPr>
          <a:xfrm>
            <a:off x="1396169" y="2421466"/>
            <a:ext cx="94072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sp>
        <p:nvSpPr>
          <p:cNvPr id="61" name="Google Shape;61;p20"/>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20"/>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0"/>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0"/>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cxnSp>
        <p:nvCxnSpPr>
          <p:cNvPr id="65" name="Google Shape;65;p20"/>
          <p:cNvCxnSpPr/>
          <p:nvPr/>
        </p:nvCxnSpPr>
        <p:spPr>
          <a:xfrm>
            <a:off x="1396169" y="2421466"/>
            <a:ext cx="94072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21"/>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21"/>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1"/>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0" name="Shape 70"/>
        <p:cNvGrpSpPr/>
        <p:nvPr/>
      </p:nvGrpSpPr>
      <p:grpSpPr>
        <a:xfrm>
          <a:off x="0" y="0"/>
          <a:ext cx="0" cy="0"/>
          <a:chOff x="0" y="0"/>
          <a:chExt cx="0" cy="0"/>
        </a:xfrm>
      </p:grpSpPr>
      <p:sp>
        <p:nvSpPr>
          <p:cNvPr id="71" name="Google Shape;71;p22"/>
          <p:cNvSpPr txBox="1"/>
          <p:nvPr>
            <p:ph type="title"/>
          </p:nvPr>
        </p:nvSpPr>
        <p:spPr>
          <a:xfrm>
            <a:off x="1293811" y="1388534"/>
            <a:ext cx="3718455" cy="13716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rgbClr val="262626"/>
              </a:buClr>
              <a:buSzPts val="2400"/>
              <a:buFont typeface="Garamond"/>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2"/>
          <p:cNvSpPr txBox="1"/>
          <p:nvPr>
            <p:ph idx="1" type="body"/>
          </p:nvPr>
        </p:nvSpPr>
        <p:spPr>
          <a:xfrm>
            <a:off x="5418668" y="982131"/>
            <a:ext cx="5469466" cy="4893735"/>
          </a:xfrm>
          <a:prstGeom prst="rect">
            <a:avLst/>
          </a:prstGeom>
          <a:noFill/>
          <a:ln>
            <a:noFill/>
          </a:ln>
        </p:spPr>
        <p:txBody>
          <a:bodyPr anchorCtr="0" anchor="ctr"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73" name="Google Shape;73;p22"/>
          <p:cNvSpPr txBox="1"/>
          <p:nvPr>
            <p:ph idx="2" type="body"/>
          </p:nvPr>
        </p:nvSpPr>
        <p:spPr>
          <a:xfrm>
            <a:off x="1293811" y="3031065"/>
            <a:ext cx="3718455" cy="2438404"/>
          </a:xfrm>
          <a:prstGeom prst="rect">
            <a:avLst/>
          </a:prstGeom>
          <a:noFill/>
          <a:ln>
            <a:noFill/>
          </a:ln>
        </p:spPr>
        <p:txBody>
          <a:bodyPr anchorCtr="0" anchor="t" bIns="45700" lIns="91425" spcFirstLastPara="1" rIns="91425" wrap="square" tIns="45700">
            <a:normAutofit/>
          </a:bodyPr>
          <a:lstStyle>
            <a:lvl1pPr indent="-228600" lvl="0" marL="457200" algn="ctr">
              <a:spcBef>
                <a:spcPts val="320"/>
              </a:spcBef>
              <a:spcAft>
                <a:spcPts val="0"/>
              </a:spcAft>
              <a:buSzPts val="1840"/>
              <a:buNone/>
              <a:defRPr sz="1600"/>
            </a:lvl1pPr>
            <a:lvl2pPr indent="-228600" lvl="1" marL="914400" algn="l">
              <a:spcBef>
                <a:spcPts val="600"/>
              </a:spcBef>
              <a:spcAft>
                <a:spcPts val="0"/>
              </a:spcAft>
              <a:buSzPts val="1380"/>
              <a:buNone/>
              <a:defRPr sz="1200"/>
            </a:lvl2pPr>
            <a:lvl3pPr indent="-228600" lvl="2" marL="1371600" algn="l">
              <a:spcBef>
                <a:spcPts val="600"/>
              </a:spcBef>
              <a:spcAft>
                <a:spcPts val="0"/>
              </a:spcAft>
              <a:buSzPts val="1150"/>
              <a:buNone/>
              <a:defRPr sz="1000"/>
            </a:lvl3pPr>
            <a:lvl4pPr indent="-228600" lvl="3" marL="1828800" algn="l">
              <a:spcBef>
                <a:spcPts val="600"/>
              </a:spcBef>
              <a:spcAft>
                <a:spcPts val="0"/>
              </a:spcAft>
              <a:buSzPts val="1035"/>
              <a:buNone/>
              <a:defRPr sz="900"/>
            </a:lvl4pPr>
            <a:lvl5pPr indent="-228600" lvl="4" marL="2286000" algn="l">
              <a:spcBef>
                <a:spcPts val="600"/>
              </a:spcBef>
              <a:spcAft>
                <a:spcPts val="0"/>
              </a:spcAft>
              <a:buSzPts val="1035"/>
              <a:buNone/>
              <a:defRPr sz="900"/>
            </a:lvl5pPr>
            <a:lvl6pPr indent="-228600" lvl="5" marL="2743200" algn="l">
              <a:spcBef>
                <a:spcPts val="600"/>
              </a:spcBef>
              <a:spcAft>
                <a:spcPts val="0"/>
              </a:spcAft>
              <a:buSzPts val="1035"/>
              <a:buNone/>
              <a:defRPr sz="900"/>
            </a:lvl6pPr>
            <a:lvl7pPr indent="-228600" lvl="6" marL="3200400" algn="l">
              <a:spcBef>
                <a:spcPts val="600"/>
              </a:spcBef>
              <a:spcAft>
                <a:spcPts val="0"/>
              </a:spcAft>
              <a:buSzPts val="1035"/>
              <a:buNone/>
              <a:defRPr sz="900"/>
            </a:lvl7pPr>
            <a:lvl8pPr indent="-228600" lvl="7" marL="3657600" algn="l">
              <a:spcBef>
                <a:spcPts val="600"/>
              </a:spcBef>
              <a:spcAft>
                <a:spcPts val="0"/>
              </a:spcAft>
              <a:buSzPts val="1035"/>
              <a:buNone/>
              <a:defRPr sz="900"/>
            </a:lvl8pPr>
            <a:lvl9pPr indent="-228600" lvl="8" marL="4114800" algn="l">
              <a:spcBef>
                <a:spcPts val="600"/>
              </a:spcBef>
              <a:spcAft>
                <a:spcPts val="600"/>
              </a:spcAft>
              <a:buSzPts val="1035"/>
              <a:buNone/>
              <a:defRPr sz="900"/>
            </a:lvl9pPr>
          </a:lstStyle>
          <a:p/>
        </p:txBody>
      </p:sp>
      <p:sp>
        <p:nvSpPr>
          <p:cNvPr id="74" name="Google Shape;74;p22"/>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22"/>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2"/>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cxnSp>
        <p:nvCxnSpPr>
          <p:cNvPr id="77" name="Google Shape;77;p22"/>
          <p:cNvCxnSpPr/>
          <p:nvPr/>
        </p:nvCxnSpPr>
        <p:spPr>
          <a:xfrm>
            <a:off x="1396169" y="2912533"/>
            <a:ext cx="35144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8" name="Shape 78"/>
        <p:cNvGrpSpPr/>
        <p:nvPr/>
      </p:nvGrpSpPr>
      <p:grpSpPr>
        <a:xfrm>
          <a:off x="0" y="0"/>
          <a:ext cx="0" cy="0"/>
          <a:chOff x="0" y="0"/>
          <a:chExt cx="0" cy="0"/>
        </a:xfrm>
      </p:grpSpPr>
      <p:sp>
        <p:nvSpPr>
          <p:cNvPr id="79" name="Google Shape;79;p23"/>
          <p:cNvSpPr txBox="1"/>
          <p:nvPr>
            <p:ph type="title"/>
          </p:nvPr>
        </p:nvSpPr>
        <p:spPr>
          <a:xfrm>
            <a:off x="1295399" y="1883832"/>
            <a:ext cx="6241816" cy="13716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rgbClr val="262626"/>
              </a:buClr>
              <a:buSzPts val="2800"/>
              <a:buFont typeface="Garamond"/>
              <a:buNone/>
              <a:defRPr b="0"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23"/>
          <p:cNvSpPr/>
          <p:nvPr>
            <p:ph idx="2" type="pic"/>
          </p:nvPr>
        </p:nvSpPr>
        <p:spPr>
          <a:xfrm>
            <a:off x="8094831" y="1041400"/>
            <a:ext cx="3063347" cy="4775200"/>
          </a:xfrm>
          <a:prstGeom prst="roundRect">
            <a:avLst>
              <a:gd fmla="val 0" name="adj"/>
            </a:avLst>
          </a:prstGeom>
          <a:noFill/>
          <a:ln cap="flat" cmpd="thickThin" w="57150">
            <a:solidFill>
              <a:srgbClr val="7F7F7F"/>
            </a:solidFill>
            <a:prstDash val="solid"/>
            <a:miter lim="800000"/>
            <a:headEnd len="sm" w="sm" type="none"/>
            <a:tailEnd len="sm" w="sm" type="none"/>
          </a:ln>
        </p:spPr>
        <p:txBody>
          <a:bodyPr anchorCtr="0" anchor="t" bIns="45700" lIns="91425" spcFirstLastPara="1" rIns="91425" wrap="square" tIns="45700">
            <a:normAutofit/>
          </a:bodyPr>
          <a:lstStyle>
            <a:lvl1pPr lvl="0" marR="0" rtl="0" algn="ctr">
              <a:spcBef>
                <a:spcPts val="320"/>
              </a:spcBef>
              <a:spcAft>
                <a:spcPts val="0"/>
              </a:spcAft>
              <a:buClr>
                <a:schemeClr val="accent1"/>
              </a:buClr>
              <a:buSzPts val="1840"/>
              <a:buFont typeface="Arial"/>
              <a:buNone/>
              <a:defRPr b="0" i="0" sz="1600" u="none" cap="none" strike="noStrike">
                <a:solidFill>
                  <a:srgbClr val="262626"/>
                </a:solidFill>
                <a:latin typeface="Garamond"/>
                <a:ea typeface="Garamond"/>
                <a:cs typeface="Garamond"/>
                <a:sym typeface="Garamond"/>
              </a:defRPr>
            </a:lvl1pPr>
            <a:lvl2pPr lvl="1" marR="0" rtl="0" algn="l">
              <a:spcBef>
                <a:spcPts val="600"/>
              </a:spcBef>
              <a:spcAft>
                <a:spcPts val="0"/>
              </a:spcAft>
              <a:buClr>
                <a:schemeClr val="accent1"/>
              </a:buClr>
              <a:buSzPts val="1840"/>
              <a:buFont typeface="Arial"/>
              <a:buNone/>
              <a:defRPr b="0" i="0" sz="1600" u="none" cap="none" strike="noStrike">
                <a:solidFill>
                  <a:srgbClr val="262626"/>
                </a:solidFill>
                <a:latin typeface="Garamond"/>
                <a:ea typeface="Garamond"/>
                <a:cs typeface="Garamond"/>
                <a:sym typeface="Garamond"/>
              </a:defRPr>
            </a:lvl2pPr>
            <a:lvl3pPr lvl="2" marR="0" rtl="0" algn="l">
              <a:spcBef>
                <a:spcPts val="600"/>
              </a:spcBef>
              <a:spcAft>
                <a:spcPts val="0"/>
              </a:spcAft>
              <a:buClr>
                <a:schemeClr val="accent1"/>
              </a:buClr>
              <a:buSzPts val="1840"/>
              <a:buFont typeface="Arial"/>
              <a:buNone/>
              <a:defRPr b="0" i="0" sz="1600" u="none" cap="none" strike="noStrike">
                <a:solidFill>
                  <a:srgbClr val="262626"/>
                </a:solidFill>
                <a:latin typeface="Garamond"/>
                <a:ea typeface="Garamond"/>
                <a:cs typeface="Garamond"/>
                <a:sym typeface="Garamond"/>
              </a:defRPr>
            </a:lvl3pPr>
            <a:lvl4pPr lvl="3" marR="0" rtl="0" algn="l">
              <a:spcBef>
                <a:spcPts val="600"/>
              </a:spcBef>
              <a:spcAft>
                <a:spcPts val="0"/>
              </a:spcAft>
              <a:buClr>
                <a:schemeClr val="accent1"/>
              </a:buClr>
              <a:buSzPts val="1840"/>
              <a:buFont typeface="Arial"/>
              <a:buNone/>
              <a:defRPr b="0" i="0" sz="1600" u="none" cap="none" strike="noStrike">
                <a:solidFill>
                  <a:srgbClr val="262626"/>
                </a:solidFill>
                <a:latin typeface="Garamond"/>
                <a:ea typeface="Garamond"/>
                <a:cs typeface="Garamond"/>
                <a:sym typeface="Garamond"/>
              </a:defRPr>
            </a:lvl4pPr>
            <a:lvl5pPr lvl="4" marR="0" rtl="0" algn="l">
              <a:spcBef>
                <a:spcPts val="600"/>
              </a:spcBef>
              <a:spcAft>
                <a:spcPts val="0"/>
              </a:spcAft>
              <a:buClr>
                <a:schemeClr val="accent1"/>
              </a:buClr>
              <a:buSzPts val="1840"/>
              <a:buFont typeface="Arial"/>
              <a:buNone/>
              <a:defRPr b="0" i="0" sz="1600" u="none" cap="none" strike="noStrike">
                <a:solidFill>
                  <a:srgbClr val="262626"/>
                </a:solidFill>
                <a:latin typeface="Garamond"/>
                <a:ea typeface="Garamond"/>
                <a:cs typeface="Garamond"/>
                <a:sym typeface="Garamond"/>
              </a:defRPr>
            </a:lvl5pPr>
            <a:lvl6pPr lvl="5" marR="0" rtl="0" algn="l">
              <a:spcBef>
                <a:spcPts val="600"/>
              </a:spcBef>
              <a:spcAft>
                <a:spcPts val="0"/>
              </a:spcAft>
              <a:buClr>
                <a:schemeClr val="accent1"/>
              </a:buClr>
              <a:buSzPts val="1840"/>
              <a:buFont typeface="Arial"/>
              <a:buNone/>
              <a:defRPr b="0" i="0" sz="1600" u="none" cap="none" strike="noStrike">
                <a:solidFill>
                  <a:srgbClr val="262626"/>
                </a:solidFill>
                <a:latin typeface="Garamond"/>
                <a:ea typeface="Garamond"/>
                <a:cs typeface="Garamond"/>
                <a:sym typeface="Garamond"/>
              </a:defRPr>
            </a:lvl6pPr>
            <a:lvl7pPr lvl="6" marR="0" rtl="0" algn="l">
              <a:spcBef>
                <a:spcPts val="600"/>
              </a:spcBef>
              <a:spcAft>
                <a:spcPts val="0"/>
              </a:spcAft>
              <a:buClr>
                <a:schemeClr val="accent1"/>
              </a:buClr>
              <a:buSzPts val="1840"/>
              <a:buFont typeface="Arial"/>
              <a:buNone/>
              <a:defRPr b="0" i="0" sz="1600" u="none" cap="none" strike="noStrike">
                <a:solidFill>
                  <a:srgbClr val="262626"/>
                </a:solidFill>
                <a:latin typeface="Garamond"/>
                <a:ea typeface="Garamond"/>
                <a:cs typeface="Garamond"/>
                <a:sym typeface="Garamond"/>
              </a:defRPr>
            </a:lvl7pPr>
            <a:lvl8pPr lvl="7" marR="0" rtl="0" algn="l">
              <a:spcBef>
                <a:spcPts val="600"/>
              </a:spcBef>
              <a:spcAft>
                <a:spcPts val="0"/>
              </a:spcAft>
              <a:buClr>
                <a:schemeClr val="accent1"/>
              </a:buClr>
              <a:buSzPts val="1840"/>
              <a:buFont typeface="Arial"/>
              <a:buNone/>
              <a:defRPr b="0" i="0" sz="1600" u="none" cap="none" strike="noStrike">
                <a:solidFill>
                  <a:srgbClr val="262626"/>
                </a:solidFill>
                <a:latin typeface="Garamond"/>
                <a:ea typeface="Garamond"/>
                <a:cs typeface="Garamond"/>
                <a:sym typeface="Garamond"/>
              </a:defRPr>
            </a:lvl8pPr>
            <a:lvl9pPr lvl="8" marR="0" rtl="0" algn="l">
              <a:spcBef>
                <a:spcPts val="600"/>
              </a:spcBef>
              <a:spcAft>
                <a:spcPts val="600"/>
              </a:spcAft>
              <a:buClr>
                <a:schemeClr val="accent1"/>
              </a:buClr>
              <a:buSzPts val="1840"/>
              <a:buFont typeface="Arial"/>
              <a:buNone/>
              <a:defRPr b="0" i="0" sz="1600" u="none" cap="none" strike="noStrike">
                <a:solidFill>
                  <a:srgbClr val="262626"/>
                </a:solidFill>
                <a:latin typeface="Garamond"/>
                <a:ea typeface="Garamond"/>
                <a:cs typeface="Garamond"/>
                <a:sym typeface="Garamond"/>
              </a:defRPr>
            </a:lvl9pPr>
          </a:lstStyle>
          <a:p/>
        </p:txBody>
      </p:sp>
      <p:sp>
        <p:nvSpPr>
          <p:cNvPr id="81" name="Google Shape;81;p23"/>
          <p:cNvSpPr txBox="1"/>
          <p:nvPr>
            <p:ph idx="1" type="body"/>
          </p:nvPr>
        </p:nvSpPr>
        <p:spPr>
          <a:xfrm>
            <a:off x="1295399" y="3255432"/>
            <a:ext cx="6241816" cy="1828800"/>
          </a:xfrm>
          <a:prstGeom prst="rect">
            <a:avLst/>
          </a:prstGeom>
          <a:noFill/>
          <a:ln>
            <a:noFill/>
          </a:ln>
        </p:spPr>
        <p:txBody>
          <a:bodyPr anchorCtr="0" anchor="t" bIns="45700" lIns="91425" spcFirstLastPara="1" rIns="91425" wrap="square" tIns="45700">
            <a:normAutofit/>
          </a:bodyPr>
          <a:lstStyle>
            <a:lvl1pPr indent="-228600" lvl="0" marL="457200" algn="ctr">
              <a:spcBef>
                <a:spcPts val="360"/>
              </a:spcBef>
              <a:spcAft>
                <a:spcPts val="0"/>
              </a:spcAft>
              <a:buSzPts val="2070"/>
              <a:buNone/>
              <a:defRPr sz="1800"/>
            </a:lvl1pPr>
            <a:lvl2pPr indent="-228600" lvl="1" marL="914400" algn="l">
              <a:spcBef>
                <a:spcPts val="600"/>
              </a:spcBef>
              <a:spcAft>
                <a:spcPts val="0"/>
              </a:spcAft>
              <a:buSzPts val="1380"/>
              <a:buNone/>
              <a:defRPr sz="1200"/>
            </a:lvl2pPr>
            <a:lvl3pPr indent="-228600" lvl="2" marL="1371600" algn="l">
              <a:spcBef>
                <a:spcPts val="600"/>
              </a:spcBef>
              <a:spcAft>
                <a:spcPts val="0"/>
              </a:spcAft>
              <a:buSzPts val="1150"/>
              <a:buNone/>
              <a:defRPr sz="1000"/>
            </a:lvl3pPr>
            <a:lvl4pPr indent="-228600" lvl="3" marL="1828800" algn="l">
              <a:spcBef>
                <a:spcPts val="600"/>
              </a:spcBef>
              <a:spcAft>
                <a:spcPts val="0"/>
              </a:spcAft>
              <a:buSzPts val="1035"/>
              <a:buNone/>
              <a:defRPr sz="900"/>
            </a:lvl4pPr>
            <a:lvl5pPr indent="-228600" lvl="4" marL="2286000" algn="l">
              <a:spcBef>
                <a:spcPts val="600"/>
              </a:spcBef>
              <a:spcAft>
                <a:spcPts val="0"/>
              </a:spcAft>
              <a:buSzPts val="1035"/>
              <a:buNone/>
              <a:defRPr sz="900"/>
            </a:lvl5pPr>
            <a:lvl6pPr indent="-228600" lvl="5" marL="2743200" algn="l">
              <a:spcBef>
                <a:spcPts val="600"/>
              </a:spcBef>
              <a:spcAft>
                <a:spcPts val="0"/>
              </a:spcAft>
              <a:buSzPts val="1035"/>
              <a:buNone/>
              <a:defRPr sz="900"/>
            </a:lvl6pPr>
            <a:lvl7pPr indent="-228600" lvl="6" marL="3200400" algn="l">
              <a:spcBef>
                <a:spcPts val="600"/>
              </a:spcBef>
              <a:spcAft>
                <a:spcPts val="0"/>
              </a:spcAft>
              <a:buSzPts val="1035"/>
              <a:buNone/>
              <a:defRPr sz="900"/>
            </a:lvl7pPr>
            <a:lvl8pPr indent="-228600" lvl="7" marL="3657600" algn="l">
              <a:spcBef>
                <a:spcPts val="600"/>
              </a:spcBef>
              <a:spcAft>
                <a:spcPts val="0"/>
              </a:spcAft>
              <a:buSzPts val="1035"/>
              <a:buNone/>
              <a:defRPr sz="900"/>
            </a:lvl8pPr>
            <a:lvl9pPr indent="-228600" lvl="8" marL="4114800" algn="l">
              <a:spcBef>
                <a:spcPts val="600"/>
              </a:spcBef>
              <a:spcAft>
                <a:spcPts val="600"/>
              </a:spcAft>
              <a:buSzPts val="1035"/>
              <a:buNone/>
              <a:defRPr sz="900"/>
            </a:lvl9pPr>
          </a:lstStyle>
          <a:p/>
        </p:txBody>
      </p:sp>
      <p:sp>
        <p:nvSpPr>
          <p:cNvPr id="82" name="Google Shape;82;p23"/>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3"/>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3"/>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85" name="Shape 85"/>
        <p:cNvGrpSpPr/>
        <p:nvPr/>
      </p:nvGrpSpPr>
      <p:grpSpPr>
        <a:xfrm>
          <a:off x="0" y="0"/>
          <a:ext cx="0" cy="0"/>
          <a:chOff x="0" y="0"/>
          <a:chExt cx="0" cy="0"/>
        </a:xfrm>
      </p:grpSpPr>
      <p:sp>
        <p:nvSpPr>
          <p:cNvPr id="86" name="Google Shape;86;p24"/>
          <p:cNvSpPr txBox="1"/>
          <p:nvPr>
            <p:ph type="title"/>
          </p:nvPr>
        </p:nvSpPr>
        <p:spPr>
          <a:xfrm>
            <a:off x="1295401" y="4815415"/>
            <a:ext cx="9609666" cy="566738"/>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rgbClr val="262626"/>
              </a:buClr>
              <a:buSzPts val="2400"/>
              <a:buFont typeface="Garamond"/>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24"/>
          <p:cNvSpPr/>
          <p:nvPr>
            <p:ph idx="2" type="pic"/>
          </p:nvPr>
        </p:nvSpPr>
        <p:spPr>
          <a:xfrm>
            <a:off x="1041427" y="1041399"/>
            <a:ext cx="10105972" cy="3335869"/>
          </a:xfrm>
          <a:prstGeom prst="roundRect">
            <a:avLst>
              <a:gd fmla="val 0" name="adj"/>
            </a:avLst>
          </a:prstGeom>
          <a:noFill/>
          <a:ln cap="flat" cmpd="thickThin" w="57150">
            <a:solidFill>
              <a:srgbClr val="7F7F7F"/>
            </a:solidFill>
            <a:prstDash val="solid"/>
            <a:miter lim="800000"/>
            <a:headEnd len="sm" w="sm" type="none"/>
            <a:tailEnd len="sm" w="sm" type="none"/>
          </a:ln>
        </p:spPr>
        <p:txBody>
          <a:bodyPr anchorCtr="0" anchor="t" bIns="45700" lIns="91425" spcFirstLastPara="1" rIns="91425" wrap="square" tIns="45700">
            <a:normAutofit/>
          </a:bodyPr>
          <a:lstStyle>
            <a:lvl1pPr lvl="0" marR="0" rtl="0" algn="ctr">
              <a:spcBef>
                <a:spcPts val="320"/>
              </a:spcBef>
              <a:spcAft>
                <a:spcPts val="0"/>
              </a:spcAft>
              <a:buClr>
                <a:schemeClr val="accent1"/>
              </a:buClr>
              <a:buSzPts val="1840"/>
              <a:buFont typeface="Arial"/>
              <a:buNone/>
              <a:defRPr b="0" i="0" sz="1600" u="none" cap="none" strike="noStrike">
                <a:solidFill>
                  <a:srgbClr val="262626"/>
                </a:solidFill>
                <a:latin typeface="Garamond"/>
                <a:ea typeface="Garamond"/>
                <a:cs typeface="Garamond"/>
                <a:sym typeface="Garamond"/>
              </a:defRPr>
            </a:lvl1pPr>
            <a:lvl2pPr lvl="1" marR="0" rtl="0" algn="l">
              <a:spcBef>
                <a:spcPts val="600"/>
              </a:spcBef>
              <a:spcAft>
                <a:spcPts val="0"/>
              </a:spcAft>
              <a:buClr>
                <a:schemeClr val="accent1"/>
              </a:buClr>
              <a:buSzPts val="1840"/>
              <a:buFont typeface="Arial"/>
              <a:buNone/>
              <a:defRPr b="0" i="0" sz="1600" u="none" cap="none" strike="noStrike">
                <a:solidFill>
                  <a:srgbClr val="262626"/>
                </a:solidFill>
                <a:latin typeface="Garamond"/>
                <a:ea typeface="Garamond"/>
                <a:cs typeface="Garamond"/>
                <a:sym typeface="Garamond"/>
              </a:defRPr>
            </a:lvl2pPr>
            <a:lvl3pPr lvl="2" marR="0" rtl="0" algn="l">
              <a:spcBef>
                <a:spcPts val="600"/>
              </a:spcBef>
              <a:spcAft>
                <a:spcPts val="0"/>
              </a:spcAft>
              <a:buClr>
                <a:schemeClr val="accent1"/>
              </a:buClr>
              <a:buSzPts val="1840"/>
              <a:buFont typeface="Arial"/>
              <a:buNone/>
              <a:defRPr b="0" i="0" sz="1600" u="none" cap="none" strike="noStrike">
                <a:solidFill>
                  <a:srgbClr val="262626"/>
                </a:solidFill>
                <a:latin typeface="Garamond"/>
                <a:ea typeface="Garamond"/>
                <a:cs typeface="Garamond"/>
                <a:sym typeface="Garamond"/>
              </a:defRPr>
            </a:lvl3pPr>
            <a:lvl4pPr lvl="3" marR="0" rtl="0" algn="l">
              <a:spcBef>
                <a:spcPts val="600"/>
              </a:spcBef>
              <a:spcAft>
                <a:spcPts val="0"/>
              </a:spcAft>
              <a:buClr>
                <a:schemeClr val="accent1"/>
              </a:buClr>
              <a:buSzPts val="1840"/>
              <a:buFont typeface="Arial"/>
              <a:buNone/>
              <a:defRPr b="0" i="0" sz="1600" u="none" cap="none" strike="noStrike">
                <a:solidFill>
                  <a:srgbClr val="262626"/>
                </a:solidFill>
                <a:latin typeface="Garamond"/>
                <a:ea typeface="Garamond"/>
                <a:cs typeface="Garamond"/>
                <a:sym typeface="Garamond"/>
              </a:defRPr>
            </a:lvl4pPr>
            <a:lvl5pPr lvl="4" marR="0" rtl="0" algn="l">
              <a:spcBef>
                <a:spcPts val="600"/>
              </a:spcBef>
              <a:spcAft>
                <a:spcPts val="0"/>
              </a:spcAft>
              <a:buClr>
                <a:schemeClr val="accent1"/>
              </a:buClr>
              <a:buSzPts val="1840"/>
              <a:buFont typeface="Arial"/>
              <a:buNone/>
              <a:defRPr b="0" i="0" sz="1600" u="none" cap="none" strike="noStrike">
                <a:solidFill>
                  <a:srgbClr val="262626"/>
                </a:solidFill>
                <a:latin typeface="Garamond"/>
                <a:ea typeface="Garamond"/>
                <a:cs typeface="Garamond"/>
                <a:sym typeface="Garamond"/>
              </a:defRPr>
            </a:lvl5pPr>
            <a:lvl6pPr lvl="5" marR="0" rtl="0" algn="l">
              <a:spcBef>
                <a:spcPts val="600"/>
              </a:spcBef>
              <a:spcAft>
                <a:spcPts val="0"/>
              </a:spcAft>
              <a:buClr>
                <a:schemeClr val="accent1"/>
              </a:buClr>
              <a:buSzPts val="1840"/>
              <a:buFont typeface="Arial"/>
              <a:buNone/>
              <a:defRPr b="0" i="0" sz="1600" u="none" cap="none" strike="noStrike">
                <a:solidFill>
                  <a:srgbClr val="262626"/>
                </a:solidFill>
                <a:latin typeface="Garamond"/>
                <a:ea typeface="Garamond"/>
                <a:cs typeface="Garamond"/>
                <a:sym typeface="Garamond"/>
              </a:defRPr>
            </a:lvl6pPr>
            <a:lvl7pPr lvl="6" marR="0" rtl="0" algn="l">
              <a:spcBef>
                <a:spcPts val="600"/>
              </a:spcBef>
              <a:spcAft>
                <a:spcPts val="0"/>
              </a:spcAft>
              <a:buClr>
                <a:schemeClr val="accent1"/>
              </a:buClr>
              <a:buSzPts val="1840"/>
              <a:buFont typeface="Arial"/>
              <a:buNone/>
              <a:defRPr b="0" i="0" sz="1600" u="none" cap="none" strike="noStrike">
                <a:solidFill>
                  <a:srgbClr val="262626"/>
                </a:solidFill>
                <a:latin typeface="Garamond"/>
                <a:ea typeface="Garamond"/>
                <a:cs typeface="Garamond"/>
                <a:sym typeface="Garamond"/>
              </a:defRPr>
            </a:lvl7pPr>
            <a:lvl8pPr lvl="7" marR="0" rtl="0" algn="l">
              <a:spcBef>
                <a:spcPts val="600"/>
              </a:spcBef>
              <a:spcAft>
                <a:spcPts val="0"/>
              </a:spcAft>
              <a:buClr>
                <a:schemeClr val="accent1"/>
              </a:buClr>
              <a:buSzPts val="1840"/>
              <a:buFont typeface="Arial"/>
              <a:buNone/>
              <a:defRPr b="0" i="0" sz="1600" u="none" cap="none" strike="noStrike">
                <a:solidFill>
                  <a:srgbClr val="262626"/>
                </a:solidFill>
                <a:latin typeface="Garamond"/>
                <a:ea typeface="Garamond"/>
                <a:cs typeface="Garamond"/>
                <a:sym typeface="Garamond"/>
              </a:defRPr>
            </a:lvl8pPr>
            <a:lvl9pPr lvl="8" marR="0" rtl="0" algn="l">
              <a:spcBef>
                <a:spcPts val="600"/>
              </a:spcBef>
              <a:spcAft>
                <a:spcPts val="600"/>
              </a:spcAft>
              <a:buClr>
                <a:schemeClr val="accent1"/>
              </a:buClr>
              <a:buSzPts val="1840"/>
              <a:buFont typeface="Arial"/>
              <a:buNone/>
              <a:defRPr b="0" i="0" sz="1600" u="none" cap="none" strike="noStrike">
                <a:solidFill>
                  <a:srgbClr val="262626"/>
                </a:solidFill>
                <a:latin typeface="Garamond"/>
                <a:ea typeface="Garamond"/>
                <a:cs typeface="Garamond"/>
                <a:sym typeface="Garamond"/>
              </a:defRPr>
            </a:lvl9pPr>
          </a:lstStyle>
          <a:p/>
        </p:txBody>
      </p:sp>
      <p:sp>
        <p:nvSpPr>
          <p:cNvPr id="88" name="Google Shape;88;p24"/>
          <p:cNvSpPr txBox="1"/>
          <p:nvPr>
            <p:ph idx="1" type="body"/>
          </p:nvPr>
        </p:nvSpPr>
        <p:spPr>
          <a:xfrm>
            <a:off x="1295401" y="5382153"/>
            <a:ext cx="9609666" cy="493712"/>
          </a:xfrm>
          <a:prstGeom prst="rect">
            <a:avLst/>
          </a:prstGeom>
          <a:noFill/>
          <a:ln>
            <a:noFill/>
          </a:ln>
        </p:spPr>
        <p:txBody>
          <a:bodyPr anchorCtr="0" anchor="t" bIns="45700" lIns="91425" spcFirstLastPara="1" rIns="91425" wrap="square" tIns="45700">
            <a:normAutofit/>
          </a:bodyPr>
          <a:lstStyle>
            <a:lvl1pPr indent="-228600" lvl="0" marL="457200" algn="ctr">
              <a:spcBef>
                <a:spcPts val="280"/>
              </a:spcBef>
              <a:spcAft>
                <a:spcPts val="0"/>
              </a:spcAft>
              <a:buSzPts val="1610"/>
              <a:buNone/>
              <a:defRPr sz="1400"/>
            </a:lvl1pPr>
            <a:lvl2pPr indent="-228600" lvl="1" marL="914400" algn="l">
              <a:spcBef>
                <a:spcPts val="600"/>
              </a:spcBef>
              <a:spcAft>
                <a:spcPts val="0"/>
              </a:spcAft>
              <a:buSzPts val="1380"/>
              <a:buNone/>
              <a:defRPr sz="1200"/>
            </a:lvl2pPr>
            <a:lvl3pPr indent="-228600" lvl="2" marL="1371600" algn="l">
              <a:spcBef>
                <a:spcPts val="600"/>
              </a:spcBef>
              <a:spcAft>
                <a:spcPts val="0"/>
              </a:spcAft>
              <a:buSzPts val="1150"/>
              <a:buNone/>
              <a:defRPr sz="1000"/>
            </a:lvl3pPr>
            <a:lvl4pPr indent="-228600" lvl="3" marL="1828800" algn="l">
              <a:spcBef>
                <a:spcPts val="600"/>
              </a:spcBef>
              <a:spcAft>
                <a:spcPts val="0"/>
              </a:spcAft>
              <a:buSzPts val="1035"/>
              <a:buNone/>
              <a:defRPr sz="900"/>
            </a:lvl4pPr>
            <a:lvl5pPr indent="-228600" lvl="4" marL="2286000" algn="l">
              <a:spcBef>
                <a:spcPts val="600"/>
              </a:spcBef>
              <a:spcAft>
                <a:spcPts val="0"/>
              </a:spcAft>
              <a:buSzPts val="1035"/>
              <a:buNone/>
              <a:defRPr sz="900"/>
            </a:lvl5pPr>
            <a:lvl6pPr indent="-228600" lvl="5" marL="2743200" algn="l">
              <a:spcBef>
                <a:spcPts val="600"/>
              </a:spcBef>
              <a:spcAft>
                <a:spcPts val="0"/>
              </a:spcAft>
              <a:buSzPts val="1035"/>
              <a:buNone/>
              <a:defRPr sz="900"/>
            </a:lvl6pPr>
            <a:lvl7pPr indent="-228600" lvl="6" marL="3200400" algn="l">
              <a:spcBef>
                <a:spcPts val="600"/>
              </a:spcBef>
              <a:spcAft>
                <a:spcPts val="0"/>
              </a:spcAft>
              <a:buSzPts val="1035"/>
              <a:buNone/>
              <a:defRPr sz="900"/>
            </a:lvl7pPr>
            <a:lvl8pPr indent="-228600" lvl="7" marL="3657600" algn="l">
              <a:spcBef>
                <a:spcPts val="600"/>
              </a:spcBef>
              <a:spcAft>
                <a:spcPts val="0"/>
              </a:spcAft>
              <a:buSzPts val="1035"/>
              <a:buNone/>
              <a:defRPr sz="900"/>
            </a:lvl8pPr>
            <a:lvl9pPr indent="-228600" lvl="8" marL="4114800" algn="l">
              <a:spcBef>
                <a:spcPts val="600"/>
              </a:spcBef>
              <a:spcAft>
                <a:spcPts val="600"/>
              </a:spcAft>
              <a:buSzPts val="1035"/>
              <a:buNone/>
              <a:defRPr sz="900"/>
            </a:lvl9pPr>
          </a:lstStyle>
          <a:p/>
        </p:txBody>
      </p:sp>
      <p:sp>
        <p:nvSpPr>
          <p:cNvPr id="89" name="Google Shape;89;p24"/>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24"/>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24"/>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92" name="Shape 92"/>
        <p:cNvGrpSpPr/>
        <p:nvPr/>
      </p:nvGrpSpPr>
      <p:grpSpPr>
        <a:xfrm>
          <a:off x="0" y="0"/>
          <a:ext cx="0" cy="0"/>
          <a:chOff x="0" y="0"/>
          <a:chExt cx="0" cy="0"/>
        </a:xfrm>
      </p:grpSpPr>
      <p:sp>
        <p:nvSpPr>
          <p:cNvPr id="93" name="Google Shape;93;p25"/>
          <p:cNvSpPr txBox="1"/>
          <p:nvPr>
            <p:ph type="title"/>
          </p:nvPr>
        </p:nvSpPr>
        <p:spPr>
          <a:xfrm>
            <a:off x="1303868" y="982132"/>
            <a:ext cx="9592732" cy="295486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3200"/>
              <a:buFont typeface="Garamond"/>
              <a:buNone/>
              <a:defRPr b="0" sz="32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25"/>
          <p:cNvSpPr txBox="1"/>
          <p:nvPr>
            <p:ph idx="1" type="body"/>
          </p:nvPr>
        </p:nvSpPr>
        <p:spPr>
          <a:xfrm>
            <a:off x="1303868" y="4343399"/>
            <a:ext cx="9592732" cy="1532467"/>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2300"/>
              <a:buNone/>
              <a:defRPr sz="20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95" name="Google Shape;95;p25"/>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25"/>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25"/>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cxnSp>
        <p:nvCxnSpPr>
          <p:cNvPr id="98" name="Google Shape;98;p25"/>
          <p:cNvCxnSpPr/>
          <p:nvPr/>
        </p:nvCxnSpPr>
        <p:spPr>
          <a:xfrm>
            <a:off x="1396169" y="4140199"/>
            <a:ext cx="94072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99" name="Shape 99"/>
        <p:cNvGrpSpPr/>
        <p:nvPr/>
      </p:nvGrpSpPr>
      <p:grpSpPr>
        <a:xfrm>
          <a:off x="0" y="0"/>
          <a:ext cx="0" cy="0"/>
          <a:chOff x="0" y="0"/>
          <a:chExt cx="0" cy="0"/>
        </a:xfrm>
      </p:grpSpPr>
      <p:sp>
        <p:nvSpPr>
          <p:cNvPr id="100" name="Google Shape;100;p26"/>
          <p:cNvSpPr txBox="1"/>
          <p:nvPr>
            <p:ph type="title"/>
          </p:nvPr>
        </p:nvSpPr>
        <p:spPr>
          <a:xfrm>
            <a:off x="1446213" y="982132"/>
            <a:ext cx="9296398" cy="237066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200"/>
              <a:buFont typeface="Garamond"/>
              <a:buNone/>
              <a:defRPr b="0" sz="320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26"/>
          <p:cNvSpPr txBox="1"/>
          <p:nvPr>
            <p:ph idx="1" type="body"/>
          </p:nvPr>
        </p:nvSpPr>
        <p:spPr>
          <a:xfrm>
            <a:off x="1674812" y="3352800"/>
            <a:ext cx="8839202" cy="584200"/>
          </a:xfrm>
          <a:prstGeom prst="rect">
            <a:avLst/>
          </a:prstGeom>
          <a:noFill/>
          <a:ln>
            <a:noFill/>
          </a:ln>
        </p:spPr>
        <p:txBody>
          <a:bodyPr anchorCtr="0" anchor="ctr" bIns="45700" lIns="91425" spcFirstLastPara="1" rIns="91425" wrap="square" tIns="45700">
            <a:normAutofit/>
          </a:bodyPr>
          <a:lstStyle>
            <a:lvl1pPr indent="-228600" lvl="0" marL="457200" algn="r">
              <a:spcBef>
                <a:spcPts val="400"/>
              </a:spcBef>
              <a:spcAft>
                <a:spcPts val="0"/>
              </a:spcAft>
              <a:buSzPts val="2300"/>
              <a:buFont typeface="Garamond"/>
              <a:buNone/>
              <a:defRPr sz="2000"/>
            </a:lvl1pPr>
            <a:lvl2pPr indent="-228600" lvl="1" marL="914400" algn="l">
              <a:spcBef>
                <a:spcPts val="600"/>
              </a:spcBef>
              <a:spcAft>
                <a:spcPts val="0"/>
              </a:spcAft>
              <a:buSzPts val="2300"/>
              <a:buFont typeface="Garamond"/>
              <a:buNone/>
              <a:defRPr/>
            </a:lvl2pPr>
            <a:lvl3pPr indent="-228600" lvl="2" marL="1371600" algn="l">
              <a:spcBef>
                <a:spcPts val="600"/>
              </a:spcBef>
              <a:spcAft>
                <a:spcPts val="0"/>
              </a:spcAft>
              <a:buSzPts val="2070"/>
              <a:buFont typeface="Garamond"/>
              <a:buNone/>
              <a:defRPr/>
            </a:lvl3pPr>
            <a:lvl4pPr indent="-228600" lvl="3" marL="1828800" algn="l">
              <a:spcBef>
                <a:spcPts val="600"/>
              </a:spcBef>
              <a:spcAft>
                <a:spcPts val="0"/>
              </a:spcAft>
              <a:buSzPts val="1840"/>
              <a:buFont typeface="Garamond"/>
              <a:buNone/>
              <a:defRPr/>
            </a:lvl4pPr>
            <a:lvl5pPr indent="-228600" lvl="4" marL="2286000" algn="l">
              <a:spcBef>
                <a:spcPts val="600"/>
              </a:spcBef>
              <a:spcAft>
                <a:spcPts val="0"/>
              </a:spcAft>
              <a:buSzPts val="1610"/>
              <a:buFont typeface="Garamond"/>
              <a:buNone/>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102" name="Google Shape;102;p26"/>
          <p:cNvSpPr txBox="1"/>
          <p:nvPr>
            <p:ph idx="2" type="body"/>
          </p:nvPr>
        </p:nvSpPr>
        <p:spPr>
          <a:xfrm>
            <a:off x="1295401" y="4343399"/>
            <a:ext cx="9609666" cy="1532467"/>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2300"/>
              <a:buNone/>
              <a:defRPr sz="20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03" name="Google Shape;103;p26"/>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26"/>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6"/>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
        <p:nvSpPr>
          <p:cNvPr id="106" name="Google Shape;106;p26"/>
          <p:cNvSpPr txBox="1"/>
          <p:nvPr/>
        </p:nvSpPr>
        <p:spPr>
          <a:xfrm>
            <a:off x="862013" y="879961"/>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CA" sz="8000" u="none" cap="none" strike="noStrike">
                <a:solidFill>
                  <a:schemeClr val="dk1"/>
                </a:solidFill>
                <a:latin typeface="Garamond"/>
                <a:ea typeface="Garamond"/>
                <a:cs typeface="Garamond"/>
                <a:sym typeface="Garamond"/>
              </a:rPr>
              <a:t>“</a:t>
            </a:r>
            <a:endParaRPr/>
          </a:p>
        </p:txBody>
      </p:sp>
      <p:sp>
        <p:nvSpPr>
          <p:cNvPr id="107" name="Google Shape;107;p26"/>
          <p:cNvSpPr txBox="1"/>
          <p:nvPr/>
        </p:nvSpPr>
        <p:spPr>
          <a:xfrm>
            <a:off x="10600267" y="2827870"/>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b="0" i="0" lang="en-CA" sz="8000" u="none" cap="none" strike="noStrike">
                <a:solidFill>
                  <a:schemeClr val="dk1"/>
                </a:solidFill>
                <a:latin typeface="Garamond"/>
                <a:ea typeface="Garamond"/>
                <a:cs typeface="Garamond"/>
                <a:sym typeface="Garamond"/>
              </a:rPr>
              <a:t>”</a:t>
            </a:r>
            <a:endParaRPr/>
          </a:p>
        </p:txBody>
      </p:sp>
      <p:cxnSp>
        <p:nvCxnSpPr>
          <p:cNvPr id="108" name="Google Shape;108;p26"/>
          <p:cNvCxnSpPr/>
          <p:nvPr/>
        </p:nvCxnSpPr>
        <p:spPr>
          <a:xfrm>
            <a:off x="1396169" y="4140199"/>
            <a:ext cx="94072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9" name="Shape 109"/>
        <p:cNvGrpSpPr/>
        <p:nvPr/>
      </p:nvGrpSpPr>
      <p:grpSpPr>
        <a:xfrm>
          <a:off x="0" y="0"/>
          <a:ext cx="0" cy="0"/>
          <a:chOff x="0" y="0"/>
          <a:chExt cx="0" cy="0"/>
        </a:xfrm>
      </p:grpSpPr>
      <p:sp>
        <p:nvSpPr>
          <p:cNvPr id="110" name="Google Shape;110;p27"/>
          <p:cNvSpPr txBox="1"/>
          <p:nvPr>
            <p:ph type="title"/>
          </p:nvPr>
        </p:nvSpPr>
        <p:spPr>
          <a:xfrm>
            <a:off x="1295402" y="3308581"/>
            <a:ext cx="9609668" cy="14688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3200"/>
              <a:buFont typeface="Garamond"/>
              <a:buNone/>
              <a:defRPr b="0" sz="32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27"/>
          <p:cNvSpPr txBox="1"/>
          <p:nvPr>
            <p:ph idx="1" type="body"/>
          </p:nvPr>
        </p:nvSpPr>
        <p:spPr>
          <a:xfrm>
            <a:off x="1295401" y="4777381"/>
            <a:ext cx="960966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400"/>
              </a:spcBef>
              <a:spcAft>
                <a:spcPts val="0"/>
              </a:spcAft>
              <a:buSzPts val="2300"/>
              <a:buNone/>
              <a:defRPr sz="20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12" name="Google Shape;112;p27"/>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27"/>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27"/>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5" name="Shape 115"/>
        <p:cNvGrpSpPr/>
        <p:nvPr/>
      </p:nvGrpSpPr>
      <p:grpSpPr>
        <a:xfrm>
          <a:off x="0" y="0"/>
          <a:ext cx="0" cy="0"/>
          <a:chOff x="0" y="0"/>
          <a:chExt cx="0" cy="0"/>
        </a:xfrm>
      </p:grpSpPr>
      <p:sp>
        <p:nvSpPr>
          <p:cNvPr id="116" name="Google Shape;116;p28"/>
          <p:cNvSpPr txBox="1"/>
          <p:nvPr>
            <p:ph type="title"/>
          </p:nvPr>
        </p:nvSpPr>
        <p:spPr>
          <a:xfrm>
            <a:off x="1446213" y="982132"/>
            <a:ext cx="9296398" cy="224366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200"/>
              <a:buFont typeface="Garamond"/>
              <a:buNone/>
              <a:defRPr b="0" sz="320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28"/>
          <p:cNvSpPr txBox="1"/>
          <p:nvPr>
            <p:ph idx="1" type="body"/>
          </p:nvPr>
        </p:nvSpPr>
        <p:spPr>
          <a:xfrm>
            <a:off x="1295401" y="3639312"/>
            <a:ext cx="9609668" cy="886968"/>
          </a:xfrm>
          <a:prstGeom prst="rect">
            <a:avLst/>
          </a:prstGeom>
          <a:noFill/>
          <a:ln>
            <a:noFill/>
          </a:ln>
        </p:spPr>
        <p:txBody>
          <a:bodyPr anchorCtr="0" anchor="b" bIns="45700" lIns="91425" spcFirstLastPara="1" rIns="91425" wrap="square" tIns="45700">
            <a:normAutofit/>
          </a:bodyPr>
          <a:lstStyle>
            <a:lvl1pPr indent="-228600" lvl="0" marL="457200" algn="l">
              <a:spcBef>
                <a:spcPts val="0"/>
              </a:spcBef>
              <a:spcAft>
                <a:spcPts val="0"/>
              </a:spcAft>
              <a:buSzPts val="2760"/>
              <a:buNone/>
              <a:defRPr sz="24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18" name="Google Shape;118;p28"/>
          <p:cNvSpPr txBox="1"/>
          <p:nvPr>
            <p:ph idx="2" type="body"/>
          </p:nvPr>
        </p:nvSpPr>
        <p:spPr>
          <a:xfrm>
            <a:off x="1295401" y="4529667"/>
            <a:ext cx="9609668" cy="13462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2070"/>
              <a:buNone/>
              <a:defRPr sz="18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19" name="Google Shape;119;p28"/>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28"/>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28"/>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
        <p:nvSpPr>
          <p:cNvPr id="122" name="Google Shape;122;p28"/>
          <p:cNvSpPr txBox="1"/>
          <p:nvPr/>
        </p:nvSpPr>
        <p:spPr>
          <a:xfrm>
            <a:off x="862013" y="879961"/>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CA" sz="8000" u="none" cap="none" strike="noStrike">
                <a:solidFill>
                  <a:schemeClr val="dk1"/>
                </a:solidFill>
                <a:latin typeface="Garamond"/>
                <a:ea typeface="Garamond"/>
                <a:cs typeface="Garamond"/>
                <a:sym typeface="Garamond"/>
              </a:rPr>
              <a:t>“</a:t>
            </a:r>
            <a:endParaRPr/>
          </a:p>
        </p:txBody>
      </p:sp>
      <p:sp>
        <p:nvSpPr>
          <p:cNvPr id="123" name="Google Shape;123;p28"/>
          <p:cNvSpPr txBox="1"/>
          <p:nvPr/>
        </p:nvSpPr>
        <p:spPr>
          <a:xfrm>
            <a:off x="10600267" y="2599261"/>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b="0" i="0" lang="en-CA" sz="8000" u="none" cap="none" strike="noStrike">
                <a:solidFill>
                  <a:schemeClr val="dk1"/>
                </a:solidFill>
                <a:latin typeface="Garamond"/>
                <a:ea typeface="Garamond"/>
                <a:cs typeface="Garamond"/>
                <a:sym typeface="Garamond"/>
              </a:rPr>
              <a:t>”</a:t>
            </a:r>
            <a:endParaRPr/>
          </a:p>
        </p:txBody>
      </p:sp>
      <p:cxnSp>
        <p:nvCxnSpPr>
          <p:cNvPr id="124" name="Google Shape;124;p28"/>
          <p:cNvCxnSpPr/>
          <p:nvPr/>
        </p:nvCxnSpPr>
        <p:spPr>
          <a:xfrm>
            <a:off x="1396169" y="3429000"/>
            <a:ext cx="94072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25" name="Shape 125"/>
        <p:cNvGrpSpPr/>
        <p:nvPr/>
      </p:nvGrpSpPr>
      <p:grpSpPr>
        <a:xfrm>
          <a:off x="0" y="0"/>
          <a:ext cx="0" cy="0"/>
          <a:chOff x="0" y="0"/>
          <a:chExt cx="0" cy="0"/>
        </a:xfrm>
      </p:grpSpPr>
      <p:sp>
        <p:nvSpPr>
          <p:cNvPr id="126" name="Google Shape;126;p29"/>
          <p:cNvSpPr txBox="1"/>
          <p:nvPr>
            <p:ph type="title"/>
          </p:nvPr>
        </p:nvSpPr>
        <p:spPr>
          <a:xfrm>
            <a:off x="1295401" y="982132"/>
            <a:ext cx="9609666" cy="224366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4400"/>
              <a:buFont typeface="Garamond"/>
              <a:buNone/>
              <a:defRPr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29"/>
          <p:cNvSpPr txBox="1"/>
          <p:nvPr>
            <p:ph idx="1" type="body"/>
          </p:nvPr>
        </p:nvSpPr>
        <p:spPr>
          <a:xfrm>
            <a:off x="1295401" y="3630168"/>
            <a:ext cx="9609668" cy="841248"/>
          </a:xfrm>
          <a:prstGeom prst="rect">
            <a:avLst/>
          </a:prstGeom>
          <a:noFill/>
          <a:ln>
            <a:noFill/>
          </a:ln>
        </p:spPr>
        <p:txBody>
          <a:bodyPr anchorCtr="0" anchor="b" bIns="45700" lIns="91425" spcFirstLastPara="1" rIns="91425" wrap="square" tIns="45700">
            <a:normAutofit/>
          </a:bodyPr>
          <a:lstStyle>
            <a:lvl1pPr indent="-228600" lvl="0" marL="457200" algn="l">
              <a:spcBef>
                <a:spcPts val="0"/>
              </a:spcBef>
              <a:spcAft>
                <a:spcPts val="0"/>
              </a:spcAft>
              <a:buSzPts val="3220"/>
              <a:buNone/>
              <a:defRPr sz="28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28" name="Google Shape;128;p29"/>
          <p:cNvSpPr txBox="1"/>
          <p:nvPr>
            <p:ph idx="2" type="body"/>
          </p:nvPr>
        </p:nvSpPr>
        <p:spPr>
          <a:xfrm>
            <a:off x="1295400" y="4470399"/>
            <a:ext cx="9609670" cy="1405467"/>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2070"/>
              <a:buNone/>
              <a:defRPr sz="18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29" name="Google Shape;129;p29"/>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29"/>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29"/>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cxnSp>
        <p:nvCxnSpPr>
          <p:cNvPr id="132" name="Google Shape;132;p29"/>
          <p:cNvCxnSpPr/>
          <p:nvPr/>
        </p:nvCxnSpPr>
        <p:spPr>
          <a:xfrm>
            <a:off x="1396169" y="3429000"/>
            <a:ext cx="94072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3" name="Shape 133"/>
        <p:cNvGrpSpPr/>
        <p:nvPr/>
      </p:nvGrpSpPr>
      <p:grpSpPr>
        <a:xfrm>
          <a:off x="0" y="0"/>
          <a:ext cx="0" cy="0"/>
          <a:chOff x="0" y="0"/>
          <a:chExt cx="0" cy="0"/>
        </a:xfrm>
      </p:grpSpPr>
      <p:sp>
        <p:nvSpPr>
          <p:cNvPr id="134" name="Google Shape;134;p30"/>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4400"/>
              <a:buFont typeface="Garamond"/>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30"/>
          <p:cNvSpPr txBox="1"/>
          <p:nvPr>
            <p:ph idx="1" type="body"/>
          </p:nvPr>
        </p:nvSpPr>
        <p:spPr>
          <a:xfrm rot="5400000">
            <a:off x="4436531" y="-584198"/>
            <a:ext cx="3318936" cy="9601196"/>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136" name="Google Shape;136;p30"/>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30"/>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30"/>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cxnSp>
        <p:nvCxnSpPr>
          <p:cNvPr id="139" name="Google Shape;139;p30"/>
          <p:cNvCxnSpPr/>
          <p:nvPr/>
        </p:nvCxnSpPr>
        <p:spPr>
          <a:xfrm>
            <a:off x="1396169" y="2421466"/>
            <a:ext cx="94072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0" name="Shape 140"/>
        <p:cNvGrpSpPr/>
        <p:nvPr/>
      </p:nvGrpSpPr>
      <p:grpSpPr>
        <a:xfrm>
          <a:off x="0" y="0"/>
          <a:ext cx="0" cy="0"/>
          <a:chOff x="0" y="0"/>
          <a:chExt cx="0" cy="0"/>
        </a:xfrm>
      </p:grpSpPr>
      <p:sp>
        <p:nvSpPr>
          <p:cNvPr id="141" name="Google Shape;141;p31"/>
          <p:cNvSpPr txBox="1"/>
          <p:nvPr>
            <p:ph type="title"/>
          </p:nvPr>
        </p:nvSpPr>
        <p:spPr>
          <a:xfrm rot="5400000">
            <a:off x="7497936" y="2483551"/>
            <a:ext cx="4893735" cy="189089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31"/>
          <p:cNvSpPr txBox="1"/>
          <p:nvPr>
            <p:ph idx="1" type="body"/>
          </p:nvPr>
        </p:nvSpPr>
        <p:spPr>
          <a:xfrm rot="5400000">
            <a:off x="2565043" y="-287513"/>
            <a:ext cx="4893734" cy="7433025"/>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143" name="Google Shape;143;p31"/>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31"/>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p31"/>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cxnSp>
        <p:nvCxnSpPr>
          <p:cNvPr id="146" name="Google Shape;146;p31"/>
          <p:cNvCxnSpPr/>
          <p:nvPr/>
        </p:nvCxnSpPr>
        <p:spPr>
          <a:xfrm>
            <a:off x="8863890" y="990600"/>
            <a:ext cx="0" cy="487680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7.xml"/><Relationship Id="rId11" Type="http://schemas.openxmlformats.org/officeDocument/2006/relationships/slideLayout" Target="../slideLayouts/slideLayout8.xml"/><Relationship Id="rId10" Type="http://schemas.openxmlformats.org/officeDocument/2006/relationships/slideLayout" Target="../slideLayouts/slideLayout7.xml"/><Relationship Id="rId21" Type="http://schemas.openxmlformats.org/officeDocument/2006/relationships/theme" Target="../theme/theme1.xml"/><Relationship Id="rId13" Type="http://schemas.openxmlformats.org/officeDocument/2006/relationships/slideLayout" Target="../slideLayouts/slideLayout10.xml"/><Relationship Id="rId12" Type="http://schemas.openxmlformats.org/officeDocument/2006/relationships/slideLayout" Target="../slideLayouts/slideLayout9.xml"/><Relationship Id="rId1" Type="http://schemas.openxmlformats.org/officeDocument/2006/relationships/image" Target="../media/image5.jpg"/><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slideLayout" Target="../slideLayouts/slideLayout1.xml"/><Relationship Id="rId9" Type="http://schemas.openxmlformats.org/officeDocument/2006/relationships/slideLayout" Target="../slideLayouts/slideLayout6.xml"/><Relationship Id="rId15" Type="http://schemas.openxmlformats.org/officeDocument/2006/relationships/slideLayout" Target="../slideLayouts/slideLayout12.xml"/><Relationship Id="rId14" Type="http://schemas.openxmlformats.org/officeDocument/2006/relationships/slideLayout" Target="../slideLayouts/slideLayout11.xml"/><Relationship Id="rId17" Type="http://schemas.openxmlformats.org/officeDocument/2006/relationships/slideLayout" Target="../slideLayouts/slideLayout14.xml"/><Relationship Id="rId16" Type="http://schemas.openxmlformats.org/officeDocument/2006/relationships/slideLayout" Target="../slideLayouts/slideLayout13.xml"/><Relationship Id="rId5" Type="http://schemas.openxmlformats.org/officeDocument/2006/relationships/slideLayout" Target="../slideLayouts/slideLayout2.xml"/><Relationship Id="rId19" Type="http://schemas.openxmlformats.org/officeDocument/2006/relationships/slideLayout" Target="../slideLayouts/slideLayout16.xml"/><Relationship Id="rId6" Type="http://schemas.openxmlformats.org/officeDocument/2006/relationships/slideLayout" Target="../slideLayouts/slideLayout3.xml"/><Relationship Id="rId18" Type="http://schemas.openxmlformats.org/officeDocument/2006/relationships/slideLayout" Target="../slideLayouts/slideLayout15.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grpSp>
        <p:nvGrpSpPr>
          <p:cNvPr id="6" name="Google Shape;6;p14"/>
          <p:cNvGrpSpPr/>
          <p:nvPr/>
        </p:nvGrpSpPr>
        <p:grpSpPr>
          <a:xfrm>
            <a:off x="-15736" y="0"/>
            <a:ext cx="12229962" cy="6856214"/>
            <a:chOff x="-15736" y="0"/>
            <a:chExt cx="12229962" cy="6856214"/>
          </a:xfrm>
        </p:grpSpPr>
        <p:pic>
          <p:nvPicPr>
            <p:cNvPr descr="HD-PanelContent.png" id="7" name="Google Shape;7;p14"/>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8" name="Google Shape;8;p14"/>
            <p:cNvSpPr/>
            <p:nvPr/>
          </p:nvSpPr>
          <p:spPr>
            <a:xfrm>
              <a:off x="608012" y="609600"/>
              <a:ext cx="10972800" cy="5638800"/>
            </a:xfrm>
            <a:prstGeom prst="rect">
              <a:avLst/>
            </a:prstGeom>
            <a:noFill/>
            <a:ln cap="flat" cmpd="sng" w="15875">
              <a:solidFill>
                <a:schemeClr val="accen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DRibbonContent-UniformTrim.png" id="9" name="Google Shape;9;p14"/>
            <p:cNvPicPr preferRelativeResize="0"/>
            <p:nvPr/>
          </p:nvPicPr>
          <p:blipFill rotWithShape="1">
            <a:blip r:embed="rId3">
              <a:alphaModFix/>
            </a:blip>
            <a:srcRect b="0" l="0" r="0" t="0"/>
            <a:stretch/>
          </p:blipFill>
          <p:spPr>
            <a:xfrm>
              <a:off x="-15736" y="3153832"/>
              <a:ext cx="777240" cy="606425"/>
            </a:xfrm>
            <a:prstGeom prst="rect">
              <a:avLst/>
            </a:prstGeom>
            <a:noFill/>
            <a:ln>
              <a:noFill/>
            </a:ln>
          </p:spPr>
        </p:pic>
        <p:pic>
          <p:nvPicPr>
            <p:cNvPr descr="HDRibbonContent-UniformTrim.png" id="10" name="Google Shape;10;p14"/>
            <p:cNvPicPr preferRelativeResize="0"/>
            <p:nvPr/>
          </p:nvPicPr>
          <p:blipFill rotWithShape="1">
            <a:blip r:embed="rId3">
              <a:alphaModFix/>
            </a:blip>
            <a:srcRect b="0" l="0" r="0" t="0"/>
            <a:stretch/>
          </p:blipFill>
          <p:spPr>
            <a:xfrm>
              <a:off x="11436986" y="3153832"/>
              <a:ext cx="777240" cy="606425"/>
            </a:xfrm>
            <a:prstGeom prst="rect">
              <a:avLst/>
            </a:prstGeom>
            <a:noFill/>
            <a:ln>
              <a:noFill/>
            </a:ln>
          </p:spPr>
        </p:pic>
      </p:grpSp>
      <p:sp>
        <p:nvSpPr>
          <p:cNvPr id="11" name="Google Shape;11;p14"/>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rgbClr val="262626"/>
              </a:buClr>
              <a:buSzPts val="4400"/>
              <a:buFont typeface="Garamond"/>
              <a:buNone/>
              <a:defRPr b="0" i="0" sz="4400" u="none" cap="none" strike="noStrike">
                <a:solidFill>
                  <a:srgbClr val="262626"/>
                </a:solidFill>
                <a:latin typeface="Garamond"/>
                <a:ea typeface="Garamond"/>
                <a:cs typeface="Garamond"/>
                <a:sym typeface="Garamond"/>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2" name="Google Shape;12;p14"/>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a:bodyPr>
          <a:lstStyle>
            <a:lvl1pPr indent="-403860" lvl="0" marL="457200" marR="0" rtl="0" algn="l">
              <a:spcBef>
                <a:spcPts val="480"/>
              </a:spcBef>
              <a:spcAft>
                <a:spcPts val="0"/>
              </a:spcAft>
              <a:buClr>
                <a:schemeClr val="accent1"/>
              </a:buClr>
              <a:buSzPts val="2760"/>
              <a:buFont typeface="Arial"/>
              <a:buChar char="•"/>
              <a:defRPr b="0" i="0" sz="2400" u="none" cap="none" strike="noStrike">
                <a:solidFill>
                  <a:srgbClr val="262626"/>
                </a:solidFill>
                <a:latin typeface="Garamond"/>
                <a:ea typeface="Garamond"/>
                <a:cs typeface="Garamond"/>
                <a:sym typeface="Garamond"/>
              </a:defRPr>
            </a:lvl1pPr>
            <a:lvl2pPr indent="-374650" lvl="1" marL="914400" marR="0" rtl="0" algn="l">
              <a:spcBef>
                <a:spcPts val="600"/>
              </a:spcBef>
              <a:spcAft>
                <a:spcPts val="0"/>
              </a:spcAft>
              <a:buClr>
                <a:schemeClr val="accent1"/>
              </a:buClr>
              <a:buSzPts val="2300"/>
              <a:buFont typeface="Arial"/>
              <a:buChar char="•"/>
              <a:defRPr b="0" i="0" sz="2000" u="none" cap="none" strike="noStrike">
                <a:solidFill>
                  <a:srgbClr val="262626"/>
                </a:solidFill>
                <a:latin typeface="Garamond"/>
                <a:ea typeface="Garamond"/>
                <a:cs typeface="Garamond"/>
                <a:sym typeface="Garamond"/>
              </a:defRPr>
            </a:lvl2pPr>
            <a:lvl3pPr indent="-360044" lvl="2" marL="1371600" marR="0" rtl="0" algn="l">
              <a:spcBef>
                <a:spcPts val="600"/>
              </a:spcBef>
              <a:spcAft>
                <a:spcPts val="0"/>
              </a:spcAft>
              <a:buClr>
                <a:schemeClr val="accent1"/>
              </a:buClr>
              <a:buSzPts val="2070"/>
              <a:buFont typeface="Arial"/>
              <a:buChar char="•"/>
              <a:defRPr b="0" i="0" sz="1800" u="none" cap="none" strike="noStrike">
                <a:solidFill>
                  <a:srgbClr val="262626"/>
                </a:solidFill>
                <a:latin typeface="Garamond"/>
                <a:ea typeface="Garamond"/>
                <a:cs typeface="Garamond"/>
                <a:sym typeface="Garamond"/>
              </a:defRPr>
            </a:lvl3pPr>
            <a:lvl4pPr indent="-345439" lvl="3" marL="1828800" marR="0" rtl="0" algn="l">
              <a:spcBef>
                <a:spcPts val="600"/>
              </a:spcBef>
              <a:spcAft>
                <a:spcPts val="0"/>
              </a:spcAft>
              <a:buClr>
                <a:schemeClr val="accent1"/>
              </a:buClr>
              <a:buSzPts val="1840"/>
              <a:buFont typeface="Arial"/>
              <a:buChar char="•"/>
              <a:defRPr b="0" i="0" sz="1600" u="none" cap="none" strike="noStrike">
                <a:solidFill>
                  <a:srgbClr val="262626"/>
                </a:solidFill>
                <a:latin typeface="Garamond"/>
                <a:ea typeface="Garamond"/>
                <a:cs typeface="Garamond"/>
                <a:sym typeface="Garamond"/>
              </a:defRPr>
            </a:lvl4pPr>
            <a:lvl5pPr indent="-330835" lvl="4" marL="2286000" marR="0" rtl="0" algn="l">
              <a:spcBef>
                <a:spcPts val="600"/>
              </a:spcBef>
              <a:spcAft>
                <a:spcPts val="0"/>
              </a:spcAft>
              <a:buClr>
                <a:schemeClr val="accent1"/>
              </a:buClr>
              <a:buSzPts val="1610"/>
              <a:buFont typeface="Arial"/>
              <a:buChar char="•"/>
              <a:defRPr b="0" i="0" sz="1400" u="none" cap="none" strike="noStrike">
                <a:solidFill>
                  <a:srgbClr val="262626"/>
                </a:solidFill>
                <a:latin typeface="Garamond"/>
                <a:ea typeface="Garamond"/>
                <a:cs typeface="Garamond"/>
                <a:sym typeface="Garamond"/>
              </a:defRPr>
            </a:lvl5pPr>
            <a:lvl6pPr indent="-330835" lvl="5" marL="2743200" marR="0" rtl="0" algn="l">
              <a:spcBef>
                <a:spcPts val="600"/>
              </a:spcBef>
              <a:spcAft>
                <a:spcPts val="0"/>
              </a:spcAft>
              <a:buClr>
                <a:schemeClr val="accent1"/>
              </a:buClr>
              <a:buSzPts val="1610"/>
              <a:buFont typeface="Arial"/>
              <a:buChar char="•"/>
              <a:defRPr b="0" i="0" sz="1400" u="none" cap="none" strike="noStrike">
                <a:solidFill>
                  <a:srgbClr val="262626"/>
                </a:solidFill>
                <a:latin typeface="Garamond"/>
                <a:ea typeface="Garamond"/>
                <a:cs typeface="Garamond"/>
                <a:sym typeface="Garamond"/>
              </a:defRPr>
            </a:lvl6pPr>
            <a:lvl7pPr indent="-330835" lvl="6" marL="3200400" marR="0" rtl="0" algn="l">
              <a:spcBef>
                <a:spcPts val="600"/>
              </a:spcBef>
              <a:spcAft>
                <a:spcPts val="0"/>
              </a:spcAft>
              <a:buClr>
                <a:schemeClr val="accent1"/>
              </a:buClr>
              <a:buSzPts val="1610"/>
              <a:buFont typeface="Arial"/>
              <a:buChar char="•"/>
              <a:defRPr b="0" i="0" sz="1400" u="none" cap="none" strike="noStrike">
                <a:solidFill>
                  <a:srgbClr val="262626"/>
                </a:solidFill>
                <a:latin typeface="Garamond"/>
                <a:ea typeface="Garamond"/>
                <a:cs typeface="Garamond"/>
                <a:sym typeface="Garamond"/>
              </a:defRPr>
            </a:lvl7pPr>
            <a:lvl8pPr indent="-330834" lvl="7" marL="3657600" marR="0" rtl="0" algn="l">
              <a:spcBef>
                <a:spcPts val="600"/>
              </a:spcBef>
              <a:spcAft>
                <a:spcPts val="0"/>
              </a:spcAft>
              <a:buClr>
                <a:schemeClr val="accent1"/>
              </a:buClr>
              <a:buSzPts val="1610"/>
              <a:buFont typeface="Arial"/>
              <a:buChar char="•"/>
              <a:defRPr b="0" i="0" sz="1400" u="none" cap="none" strike="noStrike">
                <a:solidFill>
                  <a:srgbClr val="262626"/>
                </a:solidFill>
                <a:latin typeface="Garamond"/>
                <a:ea typeface="Garamond"/>
                <a:cs typeface="Garamond"/>
                <a:sym typeface="Garamond"/>
              </a:defRPr>
            </a:lvl8pPr>
            <a:lvl9pPr indent="-330834" lvl="8" marL="4114800" marR="0" rtl="0" algn="l">
              <a:spcBef>
                <a:spcPts val="600"/>
              </a:spcBef>
              <a:spcAft>
                <a:spcPts val="600"/>
              </a:spcAft>
              <a:buClr>
                <a:schemeClr val="accent1"/>
              </a:buClr>
              <a:buSzPts val="1610"/>
              <a:buFont typeface="Arial"/>
              <a:buChar char="•"/>
              <a:defRPr b="0" i="0" sz="1400" u="none" cap="none" strike="noStrike">
                <a:solidFill>
                  <a:srgbClr val="262626"/>
                </a:solidFill>
                <a:latin typeface="Garamond"/>
                <a:ea typeface="Garamond"/>
                <a:cs typeface="Garamond"/>
                <a:sym typeface="Garamond"/>
              </a:defRPr>
            </a:lvl9pPr>
          </a:lstStyle>
          <a:p/>
        </p:txBody>
      </p:sp>
      <p:sp>
        <p:nvSpPr>
          <p:cNvPr id="13" name="Google Shape;13;p14"/>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chemeClr val="dk1"/>
                </a:solidFill>
                <a:latin typeface="Garamond"/>
                <a:ea typeface="Garamond"/>
                <a:cs typeface="Garamond"/>
                <a:sym typeface="Garamond"/>
              </a:defRPr>
            </a:lvl1pPr>
            <a:lvl2pPr lvl="1"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2pPr>
            <a:lvl3pPr lvl="2"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3pPr>
            <a:lvl4pPr lvl="3"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4pPr>
            <a:lvl5pPr lvl="4"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5pPr>
            <a:lvl6pPr lvl="5"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6pPr>
            <a:lvl7pPr lvl="6"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7pPr>
            <a:lvl8pPr lvl="7"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8pPr>
            <a:lvl9pPr lvl="8"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9pPr>
          </a:lstStyle>
          <a:p/>
        </p:txBody>
      </p:sp>
      <p:sp>
        <p:nvSpPr>
          <p:cNvPr id="14" name="Google Shape;14;p14"/>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chemeClr val="dk1"/>
                </a:solidFill>
                <a:latin typeface="Garamond"/>
                <a:ea typeface="Garamond"/>
                <a:cs typeface="Garamond"/>
                <a:sym typeface="Garamond"/>
              </a:defRPr>
            </a:lvl1pPr>
            <a:lvl2pPr lvl="1"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2pPr>
            <a:lvl3pPr lvl="2"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3pPr>
            <a:lvl4pPr lvl="3"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4pPr>
            <a:lvl5pPr lvl="4"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5pPr>
            <a:lvl6pPr lvl="5"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6pPr>
            <a:lvl7pPr lvl="6"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7pPr>
            <a:lvl8pPr lvl="7"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8pPr>
            <a:lvl9pPr lvl="8"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9pPr>
          </a:lstStyle>
          <a:p/>
        </p:txBody>
      </p:sp>
      <p:sp>
        <p:nvSpPr>
          <p:cNvPr id="15" name="Google Shape;15;p14"/>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00" u="none" cap="none" strike="noStrike">
                <a:solidFill>
                  <a:schemeClr val="dk1"/>
                </a:solidFill>
                <a:latin typeface="Garamond"/>
                <a:ea typeface="Garamond"/>
                <a:cs typeface="Garamond"/>
                <a:sym typeface="Garamond"/>
              </a:defRPr>
            </a:lvl1pPr>
            <a:lvl2pPr indent="0" lvl="1" marL="0" marR="0" rtl="0" algn="r">
              <a:spcBef>
                <a:spcPts val="0"/>
              </a:spcBef>
              <a:buNone/>
              <a:defRPr b="0" i="0" sz="1000" u="none" cap="none" strike="noStrike">
                <a:solidFill>
                  <a:schemeClr val="dk1"/>
                </a:solidFill>
                <a:latin typeface="Garamond"/>
                <a:ea typeface="Garamond"/>
                <a:cs typeface="Garamond"/>
                <a:sym typeface="Garamond"/>
              </a:defRPr>
            </a:lvl2pPr>
            <a:lvl3pPr indent="0" lvl="2" marL="0" marR="0" rtl="0" algn="r">
              <a:spcBef>
                <a:spcPts val="0"/>
              </a:spcBef>
              <a:buNone/>
              <a:defRPr b="0" i="0" sz="1000" u="none" cap="none" strike="noStrike">
                <a:solidFill>
                  <a:schemeClr val="dk1"/>
                </a:solidFill>
                <a:latin typeface="Garamond"/>
                <a:ea typeface="Garamond"/>
                <a:cs typeface="Garamond"/>
                <a:sym typeface="Garamond"/>
              </a:defRPr>
            </a:lvl3pPr>
            <a:lvl4pPr indent="0" lvl="3" marL="0" marR="0" rtl="0" algn="r">
              <a:spcBef>
                <a:spcPts val="0"/>
              </a:spcBef>
              <a:buNone/>
              <a:defRPr b="0" i="0" sz="1000" u="none" cap="none" strike="noStrike">
                <a:solidFill>
                  <a:schemeClr val="dk1"/>
                </a:solidFill>
                <a:latin typeface="Garamond"/>
                <a:ea typeface="Garamond"/>
                <a:cs typeface="Garamond"/>
                <a:sym typeface="Garamond"/>
              </a:defRPr>
            </a:lvl4pPr>
            <a:lvl5pPr indent="0" lvl="4" marL="0" marR="0" rtl="0" algn="r">
              <a:spcBef>
                <a:spcPts val="0"/>
              </a:spcBef>
              <a:buNone/>
              <a:defRPr b="0" i="0" sz="1000" u="none" cap="none" strike="noStrike">
                <a:solidFill>
                  <a:schemeClr val="dk1"/>
                </a:solidFill>
                <a:latin typeface="Garamond"/>
                <a:ea typeface="Garamond"/>
                <a:cs typeface="Garamond"/>
                <a:sym typeface="Garamond"/>
              </a:defRPr>
            </a:lvl5pPr>
            <a:lvl6pPr indent="0" lvl="5" marL="0" marR="0" rtl="0" algn="r">
              <a:spcBef>
                <a:spcPts val="0"/>
              </a:spcBef>
              <a:buNone/>
              <a:defRPr b="0" i="0" sz="1000" u="none" cap="none" strike="noStrike">
                <a:solidFill>
                  <a:schemeClr val="dk1"/>
                </a:solidFill>
                <a:latin typeface="Garamond"/>
                <a:ea typeface="Garamond"/>
                <a:cs typeface="Garamond"/>
                <a:sym typeface="Garamond"/>
              </a:defRPr>
            </a:lvl6pPr>
            <a:lvl7pPr indent="0" lvl="6" marL="0" marR="0" rtl="0" algn="r">
              <a:spcBef>
                <a:spcPts val="0"/>
              </a:spcBef>
              <a:buNone/>
              <a:defRPr b="0" i="0" sz="1000" u="none" cap="none" strike="noStrike">
                <a:solidFill>
                  <a:schemeClr val="dk1"/>
                </a:solidFill>
                <a:latin typeface="Garamond"/>
                <a:ea typeface="Garamond"/>
                <a:cs typeface="Garamond"/>
                <a:sym typeface="Garamond"/>
              </a:defRPr>
            </a:lvl7pPr>
            <a:lvl8pPr indent="0" lvl="7" marL="0" marR="0" rtl="0" algn="r">
              <a:spcBef>
                <a:spcPts val="0"/>
              </a:spcBef>
              <a:buNone/>
              <a:defRPr b="0" i="0" sz="1000" u="none" cap="none" strike="noStrike">
                <a:solidFill>
                  <a:schemeClr val="dk1"/>
                </a:solidFill>
                <a:latin typeface="Garamond"/>
                <a:ea typeface="Garamond"/>
                <a:cs typeface="Garamond"/>
                <a:sym typeface="Garamond"/>
              </a:defRPr>
            </a:lvl8pPr>
            <a:lvl9pPr indent="0" lvl="8" marL="0" marR="0" rtl="0" algn="r">
              <a:spcBef>
                <a:spcPts val="0"/>
              </a:spcBef>
              <a:buNone/>
              <a:defRPr b="0" i="0" sz="1000" u="none" cap="none" strike="noStrike">
                <a:solidFill>
                  <a:schemeClr val="dk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 id="2147483661" r:id="rId16"/>
    <p:sldLayoutId id="2147483662" r:id="rId17"/>
    <p:sldLayoutId id="2147483663" r:id="rId18"/>
    <p:sldLayoutId id="2147483664" r:id="rId19"/>
    <p:sldLayoutId id="2147483665" r:id="rId2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
          <p:cNvSpPr txBox="1"/>
          <p:nvPr>
            <p:ph type="ctrTitle"/>
          </p:nvPr>
        </p:nvSpPr>
        <p:spPr>
          <a:xfrm>
            <a:off x="2692398" y="1871131"/>
            <a:ext cx="6815669" cy="151553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262626"/>
              </a:buClr>
              <a:buSzPts val="5400"/>
              <a:buFont typeface="Garamond"/>
              <a:buNone/>
            </a:pPr>
            <a:r>
              <a:rPr lang="en-CA"/>
              <a:t>Sorting</a:t>
            </a:r>
            <a:endParaRPr/>
          </a:p>
        </p:txBody>
      </p:sp>
      <p:sp>
        <p:nvSpPr>
          <p:cNvPr id="152" name="Google Shape;152;p1"/>
          <p:cNvSpPr txBox="1"/>
          <p:nvPr>
            <p:ph idx="1" type="subTitle"/>
          </p:nvPr>
        </p:nvSpPr>
        <p:spPr>
          <a:xfrm>
            <a:off x="2692398" y="3657597"/>
            <a:ext cx="6815669" cy="1320802"/>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2415"/>
              <a:buNone/>
            </a:pPr>
            <a:r>
              <a:rPr lang="en-CA"/>
              <a:t>Mr.Kwan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Garamond"/>
              <a:buNone/>
            </a:pPr>
            <a:r>
              <a:rPr lang="en-CA"/>
              <a:t>Insertion Sort (O(n</a:t>
            </a:r>
            <a:r>
              <a:rPr baseline="30000" lang="en-CA"/>
              <a:t>2</a:t>
            </a:r>
            <a:r>
              <a:rPr lang="en-CA"/>
              <a:t>))</a:t>
            </a:r>
            <a:endParaRPr/>
          </a:p>
        </p:txBody>
      </p:sp>
      <p:sp>
        <p:nvSpPr>
          <p:cNvPr id="158" name="Google Shape;158;p2"/>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b="1" lang="en-CA"/>
              <a:t>Insertion sort</a:t>
            </a:r>
            <a:r>
              <a:rPr lang="en-CA"/>
              <a:t> is a simple sorting algorithm that builds the final sorted array (or list) one item at a time. (from Wikipedia)</a:t>
            </a:r>
            <a:endParaRPr/>
          </a:p>
          <a:p>
            <a:pPr indent="-285750" lvl="0" marL="285750" rtl="0" algn="l">
              <a:spcBef>
                <a:spcPts val="1080"/>
              </a:spcBef>
              <a:spcAft>
                <a:spcPts val="0"/>
              </a:spcAft>
              <a:buSzPts val="2760"/>
              <a:buChar char="•"/>
            </a:pPr>
            <a:r>
              <a:rPr lang="en-CA"/>
              <a:t>It is much less efficient on large lists than more advanced algorithms such as quicksort, heapsort, or merge sort.</a:t>
            </a:r>
            <a:endParaRPr/>
          </a:p>
          <a:p>
            <a:pPr indent="-285750" lvl="0" marL="285750" rtl="0" algn="l">
              <a:spcBef>
                <a:spcPts val="1080"/>
              </a:spcBef>
              <a:spcAft>
                <a:spcPts val="0"/>
              </a:spcAft>
              <a:buSzPts val="2760"/>
              <a:buChar char="•"/>
            </a:pPr>
            <a:r>
              <a:rPr lang="en-CA"/>
              <a:t>However, it’s very simple and efficient in handling small data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Garamond"/>
              <a:buNone/>
            </a:pPr>
            <a:r>
              <a:rPr lang="en-CA"/>
              <a:t>Insertion Sort</a:t>
            </a:r>
            <a:endParaRPr/>
          </a:p>
        </p:txBody>
      </p:sp>
      <p:sp>
        <p:nvSpPr>
          <p:cNvPr id="164" name="Google Shape;164;p3"/>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CA"/>
              <a:t>Insertion sort iterates, consuming one input element each repetition, and growing a sorted output list. At each iteration, insertion sort removes one element from the input data, finds the location it belongs within the sorted list, and inserts it there. It repeats until no input elements remain. (Wikipedia)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4"/>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Garamond"/>
              <a:buNone/>
            </a:pPr>
            <a:r>
              <a:rPr lang="en-CA"/>
              <a:t>Insertion Sort (Cont’d)</a:t>
            </a:r>
            <a:endParaRPr/>
          </a:p>
        </p:txBody>
      </p:sp>
      <p:sp>
        <p:nvSpPr>
          <p:cNvPr id="170" name="Google Shape;170;p4"/>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SzPts val="2760"/>
              <a:buChar char="•"/>
            </a:pPr>
            <a:r>
              <a:rPr lang="en-CA"/>
              <a:t>Let’s say we want to sort the following in ascending order:</a:t>
            </a:r>
            <a:endParaRPr/>
          </a:p>
          <a:p>
            <a:pPr indent="-285750" lvl="0" marL="285750" rtl="0" algn="l">
              <a:lnSpc>
                <a:spcPct val="90000"/>
              </a:lnSpc>
              <a:spcBef>
                <a:spcPts val="1080"/>
              </a:spcBef>
              <a:spcAft>
                <a:spcPts val="0"/>
              </a:spcAft>
              <a:buSzPts val="2760"/>
              <a:buChar char="•"/>
            </a:pPr>
            <a:r>
              <a:rPr lang="en-CA"/>
              <a:t>7, 8, 10, 5, 1, 11, -9</a:t>
            </a:r>
            <a:endParaRPr/>
          </a:p>
          <a:p>
            <a:pPr indent="-285750" lvl="0" marL="285750" rtl="0" algn="l">
              <a:lnSpc>
                <a:spcPct val="90000"/>
              </a:lnSpc>
              <a:spcBef>
                <a:spcPts val="1080"/>
              </a:spcBef>
              <a:spcAft>
                <a:spcPts val="0"/>
              </a:spcAft>
              <a:buSzPts val="2760"/>
              <a:buChar char="•"/>
            </a:pPr>
            <a:r>
              <a:rPr lang="en-CA"/>
              <a:t>Using insertion, we first looking at the second element 8, and 8 bigger than 7, so:</a:t>
            </a:r>
            <a:endParaRPr/>
          </a:p>
          <a:p>
            <a:pPr indent="-285750" lvl="0" marL="285750" rtl="0" algn="l">
              <a:lnSpc>
                <a:spcPct val="90000"/>
              </a:lnSpc>
              <a:spcBef>
                <a:spcPts val="1080"/>
              </a:spcBef>
              <a:spcAft>
                <a:spcPts val="0"/>
              </a:spcAft>
              <a:buSzPts val="2760"/>
              <a:buChar char="•"/>
            </a:pPr>
            <a:r>
              <a:rPr lang="en-CA"/>
              <a:t>7, 8, 10, 5, 1, 11, -9 (first iteration)</a:t>
            </a:r>
            <a:endParaRPr/>
          </a:p>
          <a:p>
            <a:pPr indent="-285750" lvl="0" marL="285750" rtl="0" algn="l">
              <a:lnSpc>
                <a:spcPct val="90000"/>
              </a:lnSpc>
              <a:spcBef>
                <a:spcPts val="1080"/>
              </a:spcBef>
              <a:spcAft>
                <a:spcPts val="0"/>
              </a:spcAft>
              <a:buSzPts val="2760"/>
              <a:buChar char="•"/>
            </a:pPr>
            <a:r>
              <a:rPr lang="en-CA"/>
              <a:t>Then look at 10</a:t>
            </a:r>
            <a:endParaRPr/>
          </a:p>
          <a:p>
            <a:pPr indent="-285750" lvl="0" marL="285750" rtl="0" algn="l">
              <a:lnSpc>
                <a:spcPct val="90000"/>
              </a:lnSpc>
              <a:spcBef>
                <a:spcPts val="1080"/>
              </a:spcBef>
              <a:spcAft>
                <a:spcPts val="0"/>
              </a:spcAft>
              <a:buSzPts val="2760"/>
              <a:buChar char="•"/>
            </a:pPr>
            <a:r>
              <a:rPr lang="en-CA"/>
              <a:t>7, 8, 10, 5, 1, 11, -9 (second iteration)</a:t>
            </a:r>
            <a:endParaRPr/>
          </a:p>
          <a:p>
            <a:pPr indent="-110490" lvl="0" marL="285750" rtl="0" algn="l">
              <a:lnSpc>
                <a:spcPct val="90000"/>
              </a:lnSpc>
              <a:spcBef>
                <a:spcPts val="1080"/>
              </a:spcBef>
              <a:spcAft>
                <a:spcPts val="0"/>
              </a:spcAft>
              <a:buSzPts val="276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5"/>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Garamond"/>
              <a:buNone/>
            </a:pPr>
            <a:r>
              <a:rPr lang="en-CA"/>
              <a:t>Insertion Sort (Cont’d)</a:t>
            </a:r>
            <a:endParaRPr/>
          </a:p>
        </p:txBody>
      </p:sp>
      <p:sp>
        <p:nvSpPr>
          <p:cNvPr id="176" name="Google Shape;176;p5"/>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a:bodyPr>
          <a:lstStyle/>
          <a:p>
            <a:pPr indent="-285750" lvl="0" marL="285750" rtl="0" algn="l">
              <a:lnSpc>
                <a:spcPct val="80000"/>
              </a:lnSpc>
              <a:spcBef>
                <a:spcPts val="0"/>
              </a:spcBef>
              <a:spcAft>
                <a:spcPts val="0"/>
              </a:spcAft>
              <a:buSzPts val="1931"/>
              <a:buChar char="•"/>
            </a:pPr>
            <a:r>
              <a:rPr lang="en-CA" sz="1679"/>
              <a:t>7, 8, 10, 5, 1, 11, -9 (first iteration)</a:t>
            </a:r>
            <a:endParaRPr/>
          </a:p>
          <a:p>
            <a:pPr indent="-285750" lvl="0" marL="285750" rtl="0" algn="l">
              <a:lnSpc>
                <a:spcPct val="80000"/>
              </a:lnSpc>
              <a:spcBef>
                <a:spcPts val="936"/>
              </a:spcBef>
              <a:spcAft>
                <a:spcPts val="0"/>
              </a:spcAft>
              <a:buSzPts val="1931"/>
              <a:buChar char="•"/>
            </a:pPr>
            <a:r>
              <a:rPr lang="en-CA" sz="1679"/>
              <a:t>Then look at 10</a:t>
            </a:r>
            <a:endParaRPr/>
          </a:p>
          <a:p>
            <a:pPr indent="-285750" lvl="0" marL="285750" rtl="0" algn="l">
              <a:lnSpc>
                <a:spcPct val="80000"/>
              </a:lnSpc>
              <a:spcBef>
                <a:spcPts val="936"/>
              </a:spcBef>
              <a:spcAft>
                <a:spcPts val="0"/>
              </a:spcAft>
              <a:buSzPts val="1931"/>
              <a:buChar char="•"/>
            </a:pPr>
            <a:r>
              <a:rPr lang="en-CA" sz="1679"/>
              <a:t>7, 8, 10, 5, 1, 11, -9 (second iteration)</a:t>
            </a:r>
            <a:endParaRPr/>
          </a:p>
          <a:p>
            <a:pPr indent="-285750" lvl="0" marL="285750" rtl="0" algn="l">
              <a:lnSpc>
                <a:spcPct val="80000"/>
              </a:lnSpc>
              <a:spcBef>
                <a:spcPts val="936"/>
              </a:spcBef>
              <a:spcAft>
                <a:spcPts val="0"/>
              </a:spcAft>
              <a:buSzPts val="1931"/>
              <a:buChar char="•"/>
            </a:pPr>
            <a:r>
              <a:rPr lang="en-CA" sz="1679"/>
              <a:t>5:</a:t>
            </a:r>
            <a:endParaRPr/>
          </a:p>
          <a:p>
            <a:pPr indent="-285750" lvl="0" marL="285750" rtl="0" algn="l">
              <a:lnSpc>
                <a:spcPct val="80000"/>
              </a:lnSpc>
              <a:spcBef>
                <a:spcPts val="936"/>
              </a:spcBef>
              <a:spcAft>
                <a:spcPts val="0"/>
              </a:spcAft>
              <a:buSzPts val="1931"/>
              <a:buChar char="•"/>
            </a:pPr>
            <a:r>
              <a:rPr lang="en-CA" sz="1679"/>
              <a:t>5, 7, 8, 10, 1, 11, -9 (third iteration)</a:t>
            </a:r>
            <a:endParaRPr/>
          </a:p>
          <a:p>
            <a:pPr indent="-163068" lvl="0" marL="285750" rtl="0" algn="l">
              <a:lnSpc>
                <a:spcPct val="80000"/>
              </a:lnSpc>
              <a:spcBef>
                <a:spcPts val="936"/>
              </a:spcBef>
              <a:spcAft>
                <a:spcPts val="0"/>
              </a:spcAft>
              <a:buSzPts val="1932"/>
              <a:buNone/>
            </a:pPr>
            <a:r>
              <a:t/>
            </a:r>
            <a:endParaRPr sz="1679"/>
          </a:p>
          <a:p>
            <a:pPr indent="-163068" lvl="0" marL="285750" rtl="0" algn="l">
              <a:lnSpc>
                <a:spcPct val="80000"/>
              </a:lnSpc>
              <a:spcBef>
                <a:spcPts val="936"/>
              </a:spcBef>
              <a:spcAft>
                <a:spcPts val="0"/>
              </a:spcAft>
              <a:buSzPts val="1932"/>
              <a:buNone/>
            </a:pPr>
            <a:r>
              <a:t/>
            </a:r>
            <a:endParaRPr sz="1679"/>
          </a:p>
          <a:p>
            <a:pPr indent="-163068" lvl="0" marL="285750" rtl="0" algn="l">
              <a:lnSpc>
                <a:spcPct val="80000"/>
              </a:lnSpc>
              <a:spcBef>
                <a:spcPts val="936"/>
              </a:spcBef>
              <a:spcAft>
                <a:spcPts val="0"/>
              </a:spcAft>
              <a:buSzPts val="1932"/>
              <a:buNone/>
            </a:pPr>
            <a:r>
              <a:t/>
            </a:r>
            <a:endParaRPr sz="1679"/>
          </a:p>
          <a:p>
            <a:pPr indent="-163068" lvl="0" marL="285750" rtl="0" algn="l">
              <a:lnSpc>
                <a:spcPct val="80000"/>
              </a:lnSpc>
              <a:spcBef>
                <a:spcPts val="936"/>
              </a:spcBef>
              <a:spcAft>
                <a:spcPts val="0"/>
              </a:spcAft>
              <a:buSzPts val="1932"/>
              <a:buNone/>
            </a:pPr>
            <a:r>
              <a:t/>
            </a:r>
            <a:endParaRPr sz="1679"/>
          </a:p>
          <a:p>
            <a:pPr indent="-285750" lvl="0" marL="285750" rtl="0" algn="l">
              <a:lnSpc>
                <a:spcPct val="80000"/>
              </a:lnSpc>
              <a:spcBef>
                <a:spcPts val="936"/>
              </a:spcBef>
              <a:spcAft>
                <a:spcPts val="0"/>
              </a:spcAft>
              <a:buSzPts val="1931"/>
              <a:buChar char="•"/>
            </a:pPr>
            <a:r>
              <a:rPr lang="en-CA" sz="1679"/>
              <a:t>1:</a:t>
            </a:r>
            <a:endParaRPr/>
          </a:p>
          <a:p>
            <a:pPr indent="-285750" lvl="0" marL="285750" rtl="0" algn="l">
              <a:lnSpc>
                <a:spcPct val="80000"/>
              </a:lnSpc>
              <a:spcBef>
                <a:spcPts val="936"/>
              </a:spcBef>
              <a:spcAft>
                <a:spcPts val="0"/>
              </a:spcAft>
              <a:buSzPts val="1931"/>
              <a:buChar char="•"/>
            </a:pPr>
            <a:r>
              <a:rPr lang="en-CA" sz="1679"/>
              <a:t>1, 5, 7, 8, 10, 11, -9 (fourth iteration)</a:t>
            </a:r>
            <a:endParaRPr/>
          </a:p>
          <a:p>
            <a:pPr indent="-285750" lvl="0" marL="285750" rtl="0" algn="l">
              <a:lnSpc>
                <a:spcPct val="80000"/>
              </a:lnSpc>
              <a:spcBef>
                <a:spcPts val="936"/>
              </a:spcBef>
              <a:spcAft>
                <a:spcPts val="0"/>
              </a:spcAft>
              <a:buSzPts val="1931"/>
              <a:buChar char="•"/>
            </a:pPr>
            <a:r>
              <a:rPr lang="en-CA" sz="1679"/>
              <a:t>11:</a:t>
            </a:r>
            <a:endParaRPr/>
          </a:p>
          <a:p>
            <a:pPr indent="-285750" lvl="0" marL="285750" rtl="0" algn="l">
              <a:lnSpc>
                <a:spcPct val="80000"/>
              </a:lnSpc>
              <a:spcBef>
                <a:spcPts val="936"/>
              </a:spcBef>
              <a:spcAft>
                <a:spcPts val="0"/>
              </a:spcAft>
              <a:buSzPts val="1931"/>
              <a:buChar char="•"/>
            </a:pPr>
            <a:r>
              <a:rPr lang="en-CA" sz="1679"/>
              <a:t>1, 5, 7, 8, 10, 11, -9 (fifth iteration)</a:t>
            </a:r>
            <a:endParaRPr/>
          </a:p>
          <a:p>
            <a:pPr indent="-285750" lvl="0" marL="285750" rtl="0" algn="l">
              <a:lnSpc>
                <a:spcPct val="80000"/>
              </a:lnSpc>
              <a:spcBef>
                <a:spcPts val="936"/>
              </a:spcBef>
              <a:spcAft>
                <a:spcPts val="0"/>
              </a:spcAft>
              <a:buSzPts val="1931"/>
              <a:buChar char="•"/>
            </a:pPr>
            <a:r>
              <a:rPr lang="en-CA" sz="1679"/>
              <a:t>Finally -9:</a:t>
            </a:r>
            <a:endParaRPr/>
          </a:p>
          <a:p>
            <a:pPr indent="-285750" lvl="0" marL="285750" rtl="0" algn="l">
              <a:lnSpc>
                <a:spcPct val="80000"/>
              </a:lnSpc>
              <a:spcBef>
                <a:spcPts val="936"/>
              </a:spcBef>
              <a:spcAft>
                <a:spcPts val="0"/>
              </a:spcAft>
              <a:buSzPts val="1931"/>
              <a:buChar char="•"/>
            </a:pPr>
            <a:r>
              <a:rPr lang="en-CA" sz="1679"/>
              <a:t>-9, 1, 5, 7, 8, 10, 11 (sixth iteration and done)</a:t>
            </a:r>
            <a:endParaRPr sz="1679"/>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6"/>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Garamond"/>
              <a:buNone/>
            </a:pPr>
            <a:r>
              <a:rPr lang="en-CA"/>
              <a:t>Selection Sort (O(n</a:t>
            </a:r>
            <a:r>
              <a:rPr baseline="30000" lang="en-CA"/>
              <a:t>2</a:t>
            </a:r>
            <a:r>
              <a:rPr lang="en-CA"/>
              <a:t>))</a:t>
            </a:r>
            <a:endParaRPr/>
          </a:p>
        </p:txBody>
      </p:sp>
      <p:sp>
        <p:nvSpPr>
          <p:cNvPr id="182" name="Google Shape;182;p6"/>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CA"/>
              <a:t>The difference between insertion sort and selection sort is that, once you sort a number that number will always stay in that position for the rest of iteration.</a:t>
            </a:r>
            <a:endParaRPr/>
          </a:p>
          <a:p>
            <a:pPr indent="-285750" lvl="0" marL="285750" rtl="0" algn="l">
              <a:spcBef>
                <a:spcPts val="1080"/>
              </a:spcBef>
              <a:spcAft>
                <a:spcPts val="0"/>
              </a:spcAft>
              <a:buSzPts val="2760"/>
              <a:buChar char="•"/>
            </a:pPr>
            <a:r>
              <a:rPr lang="en-CA"/>
              <a:t>It is still inefficient in sorting large data. However it is sufficient in sorting small data</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7"/>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Garamond"/>
              <a:buNone/>
            </a:pPr>
            <a:r>
              <a:rPr lang="en-CA"/>
              <a:t>Selection Sort (Cont’d)</a:t>
            </a:r>
            <a:endParaRPr/>
          </a:p>
        </p:txBody>
      </p:sp>
      <p:sp>
        <p:nvSpPr>
          <p:cNvPr id="188" name="Google Shape;188;p7"/>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SzPts val="2346"/>
              <a:buChar char="•"/>
            </a:pPr>
            <a:r>
              <a:rPr lang="en-CA" sz="2040"/>
              <a:t>Let’s try to sort the following item in ascending order:</a:t>
            </a:r>
            <a:endParaRPr/>
          </a:p>
          <a:p>
            <a:pPr indent="-285750" lvl="0" marL="285750" rtl="0" algn="l">
              <a:lnSpc>
                <a:spcPct val="90000"/>
              </a:lnSpc>
              <a:spcBef>
                <a:spcPts val="1008"/>
              </a:spcBef>
              <a:spcAft>
                <a:spcPts val="0"/>
              </a:spcAft>
              <a:buSzPts val="2346"/>
              <a:buChar char="•"/>
            </a:pPr>
            <a:r>
              <a:rPr lang="en-CA" sz="2040"/>
              <a:t>7, 8, 10, 5, 1, 11, -9</a:t>
            </a:r>
            <a:endParaRPr/>
          </a:p>
          <a:p>
            <a:pPr indent="-285750" lvl="0" marL="285750" rtl="0" algn="l">
              <a:lnSpc>
                <a:spcPct val="90000"/>
              </a:lnSpc>
              <a:spcBef>
                <a:spcPts val="1008"/>
              </a:spcBef>
              <a:spcAft>
                <a:spcPts val="0"/>
              </a:spcAft>
              <a:buSzPts val="2346"/>
              <a:buChar char="•"/>
            </a:pPr>
            <a:r>
              <a:rPr lang="en-CA" sz="2040"/>
              <a:t>The biggest element is 11, so we swap 11 and -9</a:t>
            </a:r>
            <a:endParaRPr/>
          </a:p>
          <a:p>
            <a:pPr indent="-285750" lvl="0" marL="285750" rtl="0" algn="l">
              <a:lnSpc>
                <a:spcPct val="90000"/>
              </a:lnSpc>
              <a:spcBef>
                <a:spcPts val="1008"/>
              </a:spcBef>
              <a:spcAft>
                <a:spcPts val="0"/>
              </a:spcAft>
              <a:buSzPts val="2346"/>
              <a:buChar char="•"/>
            </a:pPr>
            <a:r>
              <a:rPr lang="en-CA" sz="2040"/>
              <a:t>7, 8, 10, 5, 1, -9, 11 (first iteration)</a:t>
            </a:r>
            <a:endParaRPr/>
          </a:p>
          <a:p>
            <a:pPr indent="-285750" lvl="0" marL="285750" rtl="0" algn="l">
              <a:lnSpc>
                <a:spcPct val="90000"/>
              </a:lnSpc>
              <a:spcBef>
                <a:spcPts val="1008"/>
              </a:spcBef>
              <a:spcAft>
                <a:spcPts val="0"/>
              </a:spcAft>
              <a:buSzPts val="2346"/>
              <a:buChar char="•"/>
            </a:pPr>
            <a:r>
              <a:rPr lang="en-CA" sz="2040"/>
              <a:t>Now we longer consider the last position because that place already has the largest number</a:t>
            </a:r>
            <a:endParaRPr/>
          </a:p>
          <a:p>
            <a:pPr indent="-285750" lvl="0" marL="285750" rtl="0" algn="l">
              <a:lnSpc>
                <a:spcPct val="90000"/>
              </a:lnSpc>
              <a:spcBef>
                <a:spcPts val="1008"/>
              </a:spcBef>
              <a:spcAft>
                <a:spcPts val="0"/>
              </a:spcAft>
              <a:buSzPts val="2346"/>
              <a:buChar char="•"/>
            </a:pPr>
            <a:r>
              <a:rPr lang="en-CA" sz="2040"/>
              <a:t>Look at from 7 to -9, the largest number is 10, swap 10 and -9</a:t>
            </a:r>
            <a:endParaRPr/>
          </a:p>
          <a:p>
            <a:pPr indent="-285750" lvl="0" marL="285750" rtl="0" algn="l">
              <a:lnSpc>
                <a:spcPct val="90000"/>
              </a:lnSpc>
              <a:spcBef>
                <a:spcPts val="1008"/>
              </a:spcBef>
              <a:spcAft>
                <a:spcPts val="0"/>
              </a:spcAft>
              <a:buSzPts val="2346"/>
              <a:buChar char="•"/>
            </a:pPr>
            <a:r>
              <a:rPr lang="en-CA" sz="2040"/>
              <a:t>7, 8, -9, 5, 1, 10, 11 (second iteration)</a:t>
            </a:r>
            <a:endParaRPr/>
          </a:p>
          <a:p>
            <a:pPr indent="-285750" lvl="0" marL="285750" rtl="0" algn="l">
              <a:lnSpc>
                <a:spcPct val="90000"/>
              </a:lnSpc>
              <a:spcBef>
                <a:spcPts val="1008"/>
              </a:spcBef>
              <a:spcAft>
                <a:spcPts val="0"/>
              </a:spcAft>
              <a:buSzPts val="2346"/>
              <a:buChar char="•"/>
            </a:pPr>
            <a:r>
              <a:rPr lang="en-CA" sz="2040"/>
              <a:t>Look at 7 to 1, and continue the pattern: </a:t>
            </a:r>
            <a:endParaRPr sz="204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8"/>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Garamond"/>
              <a:buNone/>
            </a:pPr>
            <a:r>
              <a:rPr lang="en-CA"/>
              <a:t>Selection Sort (Cont’d)</a:t>
            </a:r>
            <a:endParaRPr/>
          </a:p>
        </p:txBody>
      </p:sp>
      <p:sp>
        <p:nvSpPr>
          <p:cNvPr id="194" name="Google Shape;194;p8"/>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SzPts val="2553"/>
              <a:buChar char="•"/>
            </a:pPr>
            <a:r>
              <a:rPr lang="en-CA" sz="2220"/>
              <a:t>7, 8, 10, 5, 1, 11, -9</a:t>
            </a:r>
            <a:endParaRPr/>
          </a:p>
          <a:p>
            <a:pPr indent="-285750" lvl="0" marL="285750" rtl="0" algn="l">
              <a:lnSpc>
                <a:spcPct val="90000"/>
              </a:lnSpc>
              <a:spcBef>
                <a:spcPts val="1044"/>
              </a:spcBef>
              <a:spcAft>
                <a:spcPts val="0"/>
              </a:spcAft>
              <a:buSzPts val="2553"/>
              <a:buChar char="•"/>
            </a:pPr>
            <a:r>
              <a:rPr lang="en-CA" sz="2220"/>
              <a:t>7, 8, 10, 5, 1, -9, 11 (first iteration)</a:t>
            </a:r>
            <a:endParaRPr/>
          </a:p>
          <a:p>
            <a:pPr indent="-285750" lvl="0" marL="285750" rtl="0" algn="l">
              <a:lnSpc>
                <a:spcPct val="90000"/>
              </a:lnSpc>
              <a:spcBef>
                <a:spcPts val="1044"/>
              </a:spcBef>
              <a:spcAft>
                <a:spcPts val="0"/>
              </a:spcAft>
              <a:buSzPts val="2553"/>
              <a:buChar char="•"/>
            </a:pPr>
            <a:r>
              <a:rPr lang="en-CA" sz="2220"/>
              <a:t>7, 8, -9, 5, 1, 10, 11 (second iteration)</a:t>
            </a:r>
            <a:endParaRPr/>
          </a:p>
          <a:p>
            <a:pPr indent="-285750" lvl="0" marL="285750" rtl="0" algn="l">
              <a:lnSpc>
                <a:spcPct val="90000"/>
              </a:lnSpc>
              <a:spcBef>
                <a:spcPts val="1044"/>
              </a:spcBef>
              <a:spcAft>
                <a:spcPts val="0"/>
              </a:spcAft>
              <a:buSzPts val="2553"/>
              <a:buChar char="•"/>
            </a:pPr>
            <a:r>
              <a:rPr lang="en-CA" sz="2220"/>
              <a:t>7, 1, -9, 5, 8, 10, 11 (third iteration)</a:t>
            </a:r>
            <a:endParaRPr/>
          </a:p>
          <a:p>
            <a:pPr indent="-285750" lvl="0" marL="285750" rtl="0" algn="l">
              <a:lnSpc>
                <a:spcPct val="90000"/>
              </a:lnSpc>
              <a:spcBef>
                <a:spcPts val="1044"/>
              </a:spcBef>
              <a:spcAft>
                <a:spcPts val="0"/>
              </a:spcAft>
              <a:buSzPts val="2553"/>
              <a:buChar char="•"/>
            </a:pPr>
            <a:r>
              <a:rPr lang="en-CA" sz="2220"/>
              <a:t>5, 1, -9, 7, 8, 10, 11 (fourth iteration)</a:t>
            </a:r>
            <a:endParaRPr/>
          </a:p>
          <a:p>
            <a:pPr indent="-285750" lvl="0" marL="285750" rtl="0" algn="l">
              <a:lnSpc>
                <a:spcPct val="90000"/>
              </a:lnSpc>
              <a:spcBef>
                <a:spcPts val="1044"/>
              </a:spcBef>
              <a:spcAft>
                <a:spcPts val="0"/>
              </a:spcAft>
              <a:buSzPts val="2553"/>
              <a:buChar char="•"/>
            </a:pPr>
            <a:r>
              <a:rPr lang="en-CA" sz="2220"/>
              <a:t>-9, 1, 5, 7, 8, 10, 11 (fifth iteration)</a:t>
            </a:r>
            <a:endParaRPr/>
          </a:p>
          <a:p>
            <a:pPr indent="-285750" lvl="0" marL="285750" rtl="0" algn="l">
              <a:lnSpc>
                <a:spcPct val="90000"/>
              </a:lnSpc>
              <a:spcBef>
                <a:spcPts val="1044"/>
              </a:spcBef>
              <a:spcAft>
                <a:spcPts val="0"/>
              </a:spcAft>
              <a:buSzPts val="2553"/>
              <a:buChar char="•"/>
            </a:pPr>
            <a:r>
              <a:rPr lang="en-CA" sz="2220"/>
              <a:t>-9, 1, 5, 7, 8, 10, 11 (sixth iteration and done)</a:t>
            </a:r>
            <a:endParaRPr sz="2220"/>
          </a:p>
          <a:p>
            <a:pPr indent="-123634" lvl="0" marL="285750" rtl="0" algn="l">
              <a:lnSpc>
                <a:spcPct val="90000"/>
              </a:lnSpc>
              <a:spcBef>
                <a:spcPts val="1044"/>
              </a:spcBef>
              <a:spcAft>
                <a:spcPts val="0"/>
              </a:spcAft>
              <a:buSzPts val="2553"/>
              <a:buNone/>
            </a:pPr>
            <a:r>
              <a:t/>
            </a:r>
            <a:endParaRPr sz="2220"/>
          </a:p>
          <a:p>
            <a:pPr indent="-123634" lvl="0" marL="285750" rtl="0" algn="l">
              <a:lnSpc>
                <a:spcPct val="90000"/>
              </a:lnSpc>
              <a:spcBef>
                <a:spcPts val="1044"/>
              </a:spcBef>
              <a:spcAft>
                <a:spcPts val="0"/>
              </a:spcAft>
              <a:buSzPts val="2553"/>
              <a:buNone/>
            </a:pPr>
            <a:r>
              <a:t/>
            </a:r>
            <a:endParaRPr sz="222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9"/>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Garamond"/>
              <a:buNone/>
            </a:pPr>
            <a:r>
              <a:rPr lang="en-CA"/>
              <a:t>Bubble Sort (O(n</a:t>
            </a:r>
            <a:r>
              <a:rPr baseline="30000" lang="en-CA"/>
              <a:t>2</a:t>
            </a:r>
            <a:r>
              <a:rPr lang="en-CA"/>
              <a:t>))</a:t>
            </a:r>
            <a:endParaRPr/>
          </a:p>
        </p:txBody>
      </p:sp>
      <p:sp>
        <p:nvSpPr>
          <p:cNvPr id="200" name="Google Shape;200;p9"/>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SzPts val="2760"/>
              <a:buChar char="•"/>
            </a:pPr>
            <a:r>
              <a:rPr b="1" lang="en-CA"/>
              <a:t>Bubble sort</a:t>
            </a:r>
            <a:r>
              <a:rPr lang="en-CA"/>
              <a:t>, sometimes referred to as </a:t>
            </a:r>
            <a:r>
              <a:rPr b="1" lang="en-CA"/>
              <a:t>sinking sort</a:t>
            </a:r>
            <a:r>
              <a:rPr lang="en-CA"/>
              <a:t>, is a simple sorting algorithm that repeatedly steps through the list to be sorted, compares each pair of adjacent items and swaps them if they are in the wrong order. The pass through the list is repeated until no swaps are needed, which indicates that the list is sorted. (Wikipedia)</a:t>
            </a:r>
            <a:endParaRPr/>
          </a:p>
          <a:p>
            <a:pPr indent="-285750" lvl="0" marL="285750" rtl="0" algn="l">
              <a:lnSpc>
                <a:spcPct val="90000"/>
              </a:lnSpc>
              <a:spcBef>
                <a:spcPts val="1080"/>
              </a:spcBef>
              <a:spcAft>
                <a:spcPts val="0"/>
              </a:spcAft>
              <a:buSzPts val="2760"/>
              <a:buChar char="•"/>
            </a:pPr>
            <a:r>
              <a:rPr lang="en-CA"/>
              <a:t>It’s like bubble coming up to the surface of water</a:t>
            </a:r>
            <a:endParaRPr/>
          </a:p>
          <a:p>
            <a:pPr indent="-285750" lvl="0" marL="285750" rtl="0" algn="l">
              <a:lnSpc>
                <a:spcPct val="90000"/>
              </a:lnSpc>
              <a:spcBef>
                <a:spcPts val="1080"/>
              </a:spcBef>
              <a:spcAft>
                <a:spcPts val="0"/>
              </a:spcAft>
              <a:buSzPts val="2760"/>
              <a:buChar char="•"/>
            </a:pPr>
            <a:r>
              <a:rPr lang="en-CA"/>
              <a:t>Advantage: The code is simple</a:t>
            </a:r>
            <a:endParaRPr/>
          </a:p>
          <a:p>
            <a:pPr indent="-285750" lvl="0" marL="285750" rtl="0" algn="l">
              <a:lnSpc>
                <a:spcPct val="90000"/>
              </a:lnSpc>
              <a:spcBef>
                <a:spcPts val="1080"/>
              </a:spcBef>
              <a:spcAft>
                <a:spcPts val="0"/>
              </a:spcAft>
              <a:buSzPts val="2760"/>
              <a:buChar char="•"/>
            </a:pPr>
            <a:r>
              <a:rPr lang="en-CA"/>
              <a:t>Disadvantage: It’s slow for large data</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0"/>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Garamond"/>
              <a:buNone/>
            </a:pPr>
            <a:r>
              <a:rPr lang="en-CA"/>
              <a:t>Bubble Sort (Cont’d)</a:t>
            </a:r>
            <a:endParaRPr/>
          </a:p>
        </p:txBody>
      </p:sp>
      <p:sp>
        <p:nvSpPr>
          <p:cNvPr id="206" name="Google Shape;206;p10"/>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SzPts val="2760"/>
              <a:buChar char="•"/>
            </a:pPr>
            <a:r>
              <a:rPr lang="en-CA"/>
              <a:t>7, 8, 10, 5, 1, 11, -9 (Rearrange in ascending order)</a:t>
            </a:r>
            <a:endParaRPr/>
          </a:p>
          <a:p>
            <a:pPr indent="-285750" lvl="0" marL="285750" rtl="0" algn="l">
              <a:lnSpc>
                <a:spcPct val="90000"/>
              </a:lnSpc>
              <a:spcBef>
                <a:spcPts val="1080"/>
              </a:spcBef>
              <a:spcAft>
                <a:spcPts val="0"/>
              </a:spcAft>
              <a:buSzPts val="2760"/>
              <a:buChar char="•"/>
            </a:pPr>
            <a:r>
              <a:rPr lang="en-CA"/>
              <a:t>7, 8, 5, 1, 10, -9, 11</a:t>
            </a:r>
            <a:endParaRPr/>
          </a:p>
          <a:p>
            <a:pPr indent="-285750" lvl="0" marL="285750" rtl="0" algn="l">
              <a:lnSpc>
                <a:spcPct val="90000"/>
              </a:lnSpc>
              <a:spcBef>
                <a:spcPts val="1080"/>
              </a:spcBef>
              <a:spcAft>
                <a:spcPts val="0"/>
              </a:spcAft>
              <a:buSzPts val="2760"/>
              <a:buChar char="•"/>
            </a:pPr>
            <a:r>
              <a:rPr lang="en-CA"/>
              <a:t>7, 5, 1, 8, -9, 10, 11</a:t>
            </a:r>
            <a:endParaRPr/>
          </a:p>
          <a:p>
            <a:pPr indent="-285750" lvl="0" marL="285750" rtl="0" algn="l">
              <a:lnSpc>
                <a:spcPct val="90000"/>
              </a:lnSpc>
              <a:spcBef>
                <a:spcPts val="1080"/>
              </a:spcBef>
              <a:spcAft>
                <a:spcPts val="0"/>
              </a:spcAft>
              <a:buSzPts val="2760"/>
              <a:buChar char="•"/>
            </a:pPr>
            <a:r>
              <a:rPr lang="en-CA"/>
              <a:t>5, 1, 7, -9, 8, 10, 11 </a:t>
            </a:r>
            <a:endParaRPr/>
          </a:p>
          <a:p>
            <a:pPr indent="-285750" lvl="0" marL="285750" rtl="0" algn="l">
              <a:lnSpc>
                <a:spcPct val="90000"/>
              </a:lnSpc>
              <a:spcBef>
                <a:spcPts val="1080"/>
              </a:spcBef>
              <a:spcAft>
                <a:spcPts val="0"/>
              </a:spcAft>
              <a:buSzPts val="2760"/>
              <a:buChar char="•"/>
            </a:pPr>
            <a:r>
              <a:rPr lang="en-CA"/>
              <a:t>1, 5, -9, 7, 8, 10, 11</a:t>
            </a:r>
            <a:endParaRPr/>
          </a:p>
          <a:p>
            <a:pPr indent="-285750" lvl="0" marL="285750" rtl="0" algn="l">
              <a:lnSpc>
                <a:spcPct val="90000"/>
              </a:lnSpc>
              <a:spcBef>
                <a:spcPts val="1080"/>
              </a:spcBef>
              <a:spcAft>
                <a:spcPts val="0"/>
              </a:spcAft>
              <a:buSzPts val="2760"/>
              <a:buChar char="•"/>
            </a:pPr>
            <a:r>
              <a:rPr lang="en-CA"/>
              <a:t>1, -9, 5, 7, 8, 10, 11</a:t>
            </a:r>
            <a:endParaRPr/>
          </a:p>
          <a:p>
            <a:pPr indent="-285750" lvl="0" marL="285750" rtl="0" algn="l">
              <a:lnSpc>
                <a:spcPct val="90000"/>
              </a:lnSpc>
              <a:spcBef>
                <a:spcPts val="1080"/>
              </a:spcBef>
              <a:spcAft>
                <a:spcPts val="0"/>
              </a:spcAft>
              <a:buSzPts val="2760"/>
              <a:buChar char="•"/>
            </a:pPr>
            <a:r>
              <a:rPr lang="en-CA"/>
              <a:t>-9, 1, 5, 7, 8, 10, 11</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1"/>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Garamond"/>
              <a:buNone/>
            </a:pPr>
            <a:r>
              <a:rPr lang="en-CA"/>
              <a:t>Quick Sort</a:t>
            </a:r>
            <a:endParaRPr/>
          </a:p>
        </p:txBody>
      </p:sp>
      <p:sp>
        <p:nvSpPr>
          <p:cNvPr id="212" name="Google Shape;212;p11"/>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CA"/>
              <a:t>Quick Sort needs recursion to sort!!</a:t>
            </a:r>
            <a:endParaRPr/>
          </a:p>
          <a:p>
            <a:pPr indent="-110490" lvl="0" marL="285750" rtl="0" algn="l">
              <a:spcBef>
                <a:spcPts val="1080"/>
              </a:spcBef>
              <a:spcAft>
                <a:spcPts val="0"/>
              </a:spcAft>
              <a:buSzPts val="2760"/>
              <a:buNone/>
            </a:pPr>
            <a:r>
              <a:t/>
            </a:r>
            <a:endParaRPr/>
          </a:p>
          <a:p>
            <a:pPr indent="-285750" lvl="0" marL="285750" rtl="0" algn="l">
              <a:spcBef>
                <a:spcPts val="1080"/>
              </a:spcBef>
              <a:spcAft>
                <a:spcPts val="0"/>
              </a:spcAft>
              <a:buSzPts val="2760"/>
              <a:buChar char="•"/>
            </a:pPr>
            <a:r>
              <a:rPr lang="en-CA"/>
              <a:t>Not going to be in any quiz/test, but please feel welcome to take a look if you want to. It helps you to understand recursion a lot more.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2"/>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Garamond"/>
              <a:buNone/>
            </a:pPr>
            <a:r>
              <a:rPr lang="en-CA"/>
              <a:t>How searching and sorting will be tested</a:t>
            </a:r>
            <a:endParaRPr/>
          </a:p>
        </p:txBody>
      </p:sp>
      <p:sp>
        <p:nvSpPr>
          <p:cNvPr id="218" name="Google Shape;218;p12"/>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CA"/>
              <a:t>Sequential Search : Everything</a:t>
            </a:r>
            <a:endParaRPr/>
          </a:p>
          <a:p>
            <a:pPr indent="-285750" lvl="0" marL="285750" rtl="0" algn="l">
              <a:spcBef>
                <a:spcPts val="1080"/>
              </a:spcBef>
              <a:spcAft>
                <a:spcPts val="0"/>
              </a:spcAft>
              <a:buSzPts val="2760"/>
              <a:buChar char="•"/>
            </a:pPr>
            <a:r>
              <a:rPr lang="en-CA"/>
              <a:t>Binary Search: only need to know the algorithm (show me an example how to find a certain number from a list)</a:t>
            </a:r>
            <a:endParaRPr/>
          </a:p>
          <a:p>
            <a:pPr indent="-285750" lvl="0" marL="285750" rtl="0" algn="l">
              <a:spcBef>
                <a:spcPts val="1080"/>
              </a:spcBef>
              <a:spcAft>
                <a:spcPts val="0"/>
              </a:spcAft>
              <a:buSzPts val="2760"/>
              <a:buChar char="•"/>
            </a:pPr>
            <a:r>
              <a:rPr lang="en-CA"/>
              <a:t>Insertion, selection, and bubble sort: only need to know how to sort(you can stop when everything is being sorted), or the teacher will give you the whole code, and you need to sort the items in descending order</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3"/>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Garamond"/>
              <a:buNone/>
            </a:pPr>
            <a:r>
              <a:rPr lang="en-CA"/>
              <a:t>Quiz</a:t>
            </a:r>
            <a:endParaRPr/>
          </a:p>
        </p:txBody>
      </p:sp>
      <p:sp>
        <p:nvSpPr>
          <p:cNvPr id="224" name="Google Shape;224;p13"/>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CA"/>
              <a:t>Array (how to declare array {number only})</a:t>
            </a:r>
            <a:endParaRPr/>
          </a:p>
          <a:p>
            <a:pPr indent="-285750" lvl="0" marL="285750" rtl="0" algn="l">
              <a:spcBef>
                <a:spcPts val="1080"/>
              </a:spcBef>
              <a:spcAft>
                <a:spcPts val="0"/>
              </a:spcAft>
              <a:buSzPts val="2760"/>
              <a:buChar char="•"/>
            </a:pPr>
            <a:r>
              <a:rPr lang="en-CA"/>
              <a:t>Subscript(index) and the actual items.</a:t>
            </a:r>
            <a:endParaRPr/>
          </a:p>
          <a:p>
            <a:pPr indent="-285750" lvl="0" marL="285750" rtl="0" algn="l">
              <a:spcBef>
                <a:spcPts val="1080"/>
              </a:spcBef>
              <a:spcAft>
                <a:spcPts val="0"/>
              </a:spcAft>
              <a:buSzPts val="2760"/>
              <a:buChar char="•"/>
            </a:pPr>
            <a:r>
              <a:rPr lang="en-CA"/>
              <a:t>Searching and Sorting</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rganic">
  <a:themeElements>
    <a:clrScheme name="Organic">
      <a:dk1>
        <a:srgbClr val="000000"/>
      </a:dk1>
      <a:lt1>
        <a:srgbClr val="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2017-09-20T11:37:34Z</dcterms:created>
  <dc:creator>Kwan, Chi Tat</dc:creator>
</cp:coreProperties>
</file>